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cade Gamer" charset="1" panose="00000000000000000000"/>
      <p:regular r:id="rId18"/>
    </p:embeddedFont>
    <p:embeddedFont>
      <p:font typeface="Retropix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gif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gif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8.png" Type="http://schemas.openxmlformats.org/officeDocument/2006/relationships/image"/><Relationship Id="rId12" Target="../media/image23.gif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2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gif" Type="http://schemas.openxmlformats.org/officeDocument/2006/relationships/image"/><Relationship Id="rId11" Target="../media/image42.gif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43.png" Type="http://schemas.openxmlformats.org/officeDocument/2006/relationships/image"/><Relationship Id="rId15" Target="../media/image44.svg" Type="http://schemas.openxmlformats.org/officeDocument/2006/relationships/image"/><Relationship Id="rId16" Target="../media/image23.gif" Type="http://schemas.openxmlformats.org/officeDocument/2006/relationships/image"/><Relationship Id="rId2" Target="../media/image39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47.png" Type="http://schemas.openxmlformats.org/officeDocument/2006/relationships/image"/><Relationship Id="rId12" Target="../media/image48.svg" Type="http://schemas.openxmlformats.org/officeDocument/2006/relationships/image"/><Relationship Id="rId13" Target="../media/image49.png" Type="http://schemas.openxmlformats.org/officeDocument/2006/relationships/image"/><Relationship Id="rId14" Target="../media/image50.svg" Type="http://schemas.openxmlformats.org/officeDocument/2006/relationships/image"/><Relationship Id="rId15" Target="../media/image51.png" Type="http://schemas.openxmlformats.org/officeDocument/2006/relationships/image"/><Relationship Id="rId16" Target="../media/image52.png" Type="http://schemas.openxmlformats.org/officeDocument/2006/relationships/image"/><Relationship Id="rId17" Target="../media/image53.png" Type="http://schemas.openxmlformats.org/officeDocument/2006/relationships/image"/><Relationship Id="rId18" Target="../media/image54.png" Type="http://schemas.openxmlformats.org/officeDocument/2006/relationships/image"/><Relationship Id="rId19" Target="../media/image55.pn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media/image58.gif" Type="http://schemas.openxmlformats.org/officeDocument/2006/relationships/image"/><Relationship Id="rId14" Target="../media/image59.png" Type="http://schemas.openxmlformats.org/officeDocument/2006/relationships/image"/><Relationship Id="rId15" Target="../media/image60.svg" Type="http://schemas.openxmlformats.org/officeDocument/2006/relationships/image"/><Relationship Id="rId16" Target="../media/image61.png" Type="http://schemas.openxmlformats.org/officeDocument/2006/relationships/image"/><Relationship Id="rId17" Target="../media/image62.png" Type="http://schemas.openxmlformats.org/officeDocument/2006/relationships/image"/><Relationship Id="rId2" Target="../media/image1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gif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67.png" Type="http://schemas.openxmlformats.org/officeDocument/2006/relationships/image"/><Relationship Id="rId17" Target="../media/image68.svg" Type="http://schemas.openxmlformats.org/officeDocument/2006/relationships/image"/><Relationship Id="rId18" Target="../media/image69.png" Type="http://schemas.openxmlformats.org/officeDocument/2006/relationships/image"/><Relationship Id="rId2" Target="../media/image39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23.gif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gif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67.png" Type="http://schemas.openxmlformats.org/officeDocument/2006/relationships/image"/><Relationship Id="rId17" Target="../media/image68.svg" Type="http://schemas.openxmlformats.org/officeDocument/2006/relationships/image"/><Relationship Id="rId18" Target="../media/image70.png" Type="http://schemas.openxmlformats.org/officeDocument/2006/relationships/image"/><Relationship Id="rId2" Target="../media/image39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23.gif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gif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67.png" Type="http://schemas.openxmlformats.org/officeDocument/2006/relationships/image"/><Relationship Id="rId17" Target="../media/image68.svg" Type="http://schemas.openxmlformats.org/officeDocument/2006/relationships/image"/><Relationship Id="rId18" Target="../media/image71.png" Type="http://schemas.openxmlformats.org/officeDocument/2006/relationships/image"/><Relationship Id="rId2" Target="../media/image39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23.gif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gif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67.png" Type="http://schemas.openxmlformats.org/officeDocument/2006/relationships/image"/><Relationship Id="rId17" Target="../media/image68.svg" Type="http://schemas.openxmlformats.org/officeDocument/2006/relationships/image"/><Relationship Id="rId18" Target="../media/image72.png" Type="http://schemas.openxmlformats.org/officeDocument/2006/relationships/image"/><Relationship Id="rId2" Target="../media/image39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23.gif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gif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67.png" Type="http://schemas.openxmlformats.org/officeDocument/2006/relationships/image"/><Relationship Id="rId17" Target="../media/image68.svg" Type="http://schemas.openxmlformats.org/officeDocument/2006/relationships/image"/><Relationship Id="rId18" Target="../media/image73.png" Type="http://schemas.openxmlformats.org/officeDocument/2006/relationships/image"/><Relationship Id="rId2" Target="../media/image39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23.gif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23.gif" Type="http://schemas.openxmlformats.org/officeDocument/2006/relationships/image"/><Relationship Id="rId13" Target="../media/image75.png" Type="http://schemas.openxmlformats.org/officeDocument/2006/relationships/image"/><Relationship Id="rId14" Target="../media/image76.png" Type="http://schemas.openxmlformats.org/officeDocument/2006/relationships/image"/><Relationship Id="rId15" Target="../media/image24.png" Type="http://schemas.openxmlformats.org/officeDocument/2006/relationships/image"/><Relationship Id="rId16" Target="../media/image25.svg" Type="http://schemas.openxmlformats.org/officeDocument/2006/relationships/image"/><Relationship Id="rId17" Target="../media/image10.png" Type="http://schemas.openxmlformats.org/officeDocument/2006/relationships/image"/><Relationship Id="rId18" Target="../media/image11.svg" Type="http://schemas.openxmlformats.org/officeDocument/2006/relationships/image"/><Relationship Id="rId19" Target="../media/image77.gif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74.pn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53033" y="2789044"/>
            <a:ext cx="4994600" cy="6214121"/>
          </a:xfrm>
          <a:custGeom>
            <a:avLst/>
            <a:gdLst/>
            <a:ahLst/>
            <a:cxnLst/>
            <a:rect r="r" b="b" t="t" l="l"/>
            <a:pathLst>
              <a:path h="6214121" w="4994600">
                <a:moveTo>
                  <a:pt x="0" y="0"/>
                </a:moveTo>
                <a:lnTo>
                  <a:pt x="4994599" y="0"/>
                </a:lnTo>
                <a:lnTo>
                  <a:pt x="4994599" y="6214121"/>
                </a:lnTo>
                <a:lnTo>
                  <a:pt x="0" y="62141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15566" y="7842442"/>
            <a:ext cx="19740403" cy="3668425"/>
          </a:xfrm>
          <a:custGeom>
            <a:avLst/>
            <a:gdLst/>
            <a:ahLst/>
            <a:cxnLst/>
            <a:rect r="r" b="b" t="t" l="l"/>
            <a:pathLst>
              <a:path h="3668425" w="19740403">
                <a:moveTo>
                  <a:pt x="0" y="0"/>
                </a:moveTo>
                <a:lnTo>
                  <a:pt x="19740403" y="0"/>
                </a:lnTo>
                <a:lnTo>
                  <a:pt x="19740403" y="3668425"/>
                </a:lnTo>
                <a:lnTo>
                  <a:pt x="0" y="3668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83843" y="3130784"/>
            <a:ext cx="4412710" cy="4713175"/>
          </a:xfrm>
          <a:custGeom>
            <a:avLst/>
            <a:gdLst/>
            <a:ahLst/>
            <a:cxnLst/>
            <a:rect r="r" b="b" t="t" l="l"/>
            <a:pathLst>
              <a:path h="4713175" w="4412710">
                <a:moveTo>
                  <a:pt x="0" y="0"/>
                </a:moveTo>
                <a:lnTo>
                  <a:pt x="4412710" y="0"/>
                </a:lnTo>
                <a:lnTo>
                  <a:pt x="4412710" y="4713175"/>
                </a:lnTo>
                <a:lnTo>
                  <a:pt x="0" y="4713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6426659" y="5695648"/>
            <a:ext cx="1543598" cy="3084170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14870846" y="892419"/>
            <a:ext cx="2756506" cy="456076"/>
          </a:xfrm>
          <a:custGeom>
            <a:avLst/>
            <a:gdLst/>
            <a:ahLst/>
            <a:cxnLst/>
            <a:rect r="r" b="b" t="t" l="l"/>
            <a:pathLst>
              <a:path h="456076" w="2756506">
                <a:moveTo>
                  <a:pt x="0" y="0"/>
                </a:moveTo>
                <a:lnTo>
                  <a:pt x="2756506" y="0"/>
                </a:lnTo>
                <a:lnTo>
                  <a:pt x="2756506" y="456076"/>
                </a:lnTo>
                <a:lnTo>
                  <a:pt x="0" y="4560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68028" y="4379984"/>
            <a:ext cx="2551944" cy="552148"/>
          </a:xfrm>
          <a:custGeom>
            <a:avLst/>
            <a:gdLst/>
            <a:ahLst/>
            <a:cxnLst/>
            <a:rect r="r" b="b" t="t" l="l"/>
            <a:pathLst>
              <a:path h="552148" w="2551944">
                <a:moveTo>
                  <a:pt x="0" y="0"/>
                </a:moveTo>
                <a:lnTo>
                  <a:pt x="2551944" y="0"/>
                </a:lnTo>
                <a:lnTo>
                  <a:pt x="2551944" y="552148"/>
                </a:lnTo>
                <a:lnTo>
                  <a:pt x="0" y="5521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68028" y="5143500"/>
            <a:ext cx="2551944" cy="552148"/>
          </a:xfrm>
          <a:custGeom>
            <a:avLst/>
            <a:gdLst/>
            <a:ahLst/>
            <a:cxnLst/>
            <a:rect r="r" b="b" t="t" l="l"/>
            <a:pathLst>
              <a:path h="552148" w="2551944">
                <a:moveTo>
                  <a:pt x="0" y="0"/>
                </a:moveTo>
                <a:lnTo>
                  <a:pt x="2551944" y="0"/>
                </a:lnTo>
                <a:lnTo>
                  <a:pt x="2551944" y="552148"/>
                </a:lnTo>
                <a:lnTo>
                  <a:pt x="0" y="5521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68028" y="5905198"/>
            <a:ext cx="2551944" cy="552148"/>
          </a:xfrm>
          <a:custGeom>
            <a:avLst/>
            <a:gdLst/>
            <a:ahLst/>
            <a:cxnLst/>
            <a:rect r="r" b="b" t="t" l="l"/>
            <a:pathLst>
              <a:path h="552148" w="2551944">
                <a:moveTo>
                  <a:pt x="0" y="0"/>
                </a:moveTo>
                <a:lnTo>
                  <a:pt x="2551944" y="0"/>
                </a:lnTo>
                <a:lnTo>
                  <a:pt x="2551944" y="552148"/>
                </a:lnTo>
                <a:lnTo>
                  <a:pt x="0" y="5521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730882" y="1348495"/>
            <a:ext cx="1348046" cy="713341"/>
          </a:xfrm>
          <a:custGeom>
            <a:avLst/>
            <a:gdLst/>
            <a:ahLst/>
            <a:cxnLst/>
            <a:rect r="r" b="b" t="t" l="l"/>
            <a:pathLst>
              <a:path h="713341" w="1348046">
                <a:moveTo>
                  <a:pt x="0" y="0"/>
                </a:moveTo>
                <a:lnTo>
                  <a:pt x="1348046" y="0"/>
                </a:lnTo>
                <a:lnTo>
                  <a:pt x="1348046" y="713341"/>
                </a:lnTo>
                <a:lnTo>
                  <a:pt x="0" y="7133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234858" y="7175138"/>
            <a:ext cx="1434468" cy="668821"/>
          </a:xfrm>
          <a:custGeom>
            <a:avLst/>
            <a:gdLst/>
            <a:ahLst/>
            <a:cxnLst/>
            <a:rect r="r" b="b" t="t" l="l"/>
            <a:pathLst>
              <a:path h="668821" w="1434468">
                <a:moveTo>
                  <a:pt x="0" y="0"/>
                </a:moveTo>
                <a:lnTo>
                  <a:pt x="1434468" y="0"/>
                </a:lnTo>
                <a:lnTo>
                  <a:pt x="1434468" y="668821"/>
                </a:lnTo>
                <a:lnTo>
                  <a:pt x="0" y="6688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53414" y="516283"/>
            <a:ext cx="2983577" cy="1208349"/>
          </a:xfrm>
          <a:custGeom>
            <a:avLst/>
            <a:gdLst/>
            <a:ahLst/>
            <a:cxnLst/>
            <a:rect r="r" b="b" t="t" l="l"/>
            <a:pathLst>
              <a:path h="1208349" w="2983577">
                <a:moveTo>
                  <a:pt x="0" y="0"/>
                </a:moveTo>
                <a:lnTo>
                  <a:pt x="2983577" y="0"/>
                </a:lnTo>
                <a:lnTo>
                  <a:pt x="2983577" y="1208348"/>
                </a:lnTo>
                <a:lnTo>
                  <a:pt x="0" y="120834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419972" y="368884"/>
            <a:ext cx="1959222" cy="1959222"/>
          </a:xfrm>
          <a:custGeom>
            <a:avLst/>
            <a:gdLst/>
            <a:ahLst/>
            <a:cxnLst/>
            <a:rect r="r" b="b" t="t" l="l"/>
            <a:pathLst>
              <a:path h="1959222" w="1959222">
                <a:moveTo>
                  <a:pt x="0" y="0"/>
                </a:moveTo>
                <a:lnTo>
                  <a:pt x="1959222" y="0"/>
                </a:lnTo>
                <a:lnTo>
                  <a:pt x="1959222" y="1959222"/>
                </a:lnTo>
                <a:lnTo>
                  <a:pt x="0" y="195922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99583" y="765151"/>
            <a:ext cx="2880713" cy="1166689"/>
          </a:xfrm>
          <a:custGeom>
            <a:avLst/>
            <a:gdLst/>
            <a:ahLst/>
            <a:cxnLst/>
            <a:rect r="r" b="b" t="t" l="l"/>
            <a:pathLst>
              <a:path h="1166689" w="2880713">
                <a:moveTo>
                  <a:pt x="0" y="0"/>
                </a:moveTo>
                <a:lnTo>
                  <a:pt x="2880713" y="0"/>
                </a:lnTo>
                <a:lnTo>
                  <a:pt x="2880713" y="1166689"/>
                </a:lnTo>
                <a:lnTo>
                  <a:pt x="0" y="116668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088569" y="6631990"/>
            <a:ext cx="1796631" cy="2352381"/>
          </a:xfrm>
          <a:custGeom>
            <a:avLst/>
            <a:gdLst/>
            <a:ahLst/>
            <a:cxnLst/>
            <a:rect r="r" b="b" t="t" l="l"/>
            <a:pathLst>
              <a:path h="2352381" w="1796631">
                <a:moveTo>
                  <a:pt x="0" y="0"/>
                </a:moveTo>
                <a:lnTo>
                  <a:pt x="1796631" y="0"/>
                </a:lnTo>
                <a:lnTo>
                  <a:pt x="1796631" y="2352381"/>
                </a:lnTo>
                <a:lnTo>
                  <a:pt x="0" y="235238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617328" y="8618700"/>
            <a:ext cx="19522656" cy="3336599"/>
          </a:xfrm>
          <a:custGeom>
            <a:avLst/>
            <a:gdLst/>
            <a:ahLst/>
            <a:cxnLst/>
            <a:rect r="r" b="b" t="t" l="l"/>
            <a:pathLst>
              <a:path h="3336599" w="19522656">
                <a:moveTo>
                  <a:pt x="0" y="0"/>
                </a:moveTo>
                <a:lnTo>
                  <a:pt x="19522656" y="0"/>
                </a:lnTo>
                <a:lnTo>
                  <a:pt x="19522656" y="3336600"/>
                </a:lnTo>
                <a:lnTo>
                  <a:pt x="0" y="33366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2"/>
          <a:srcRect l="0" t="0" r="0" b="0"/>
          <a:stretch>
            <a:fillRect/>
          </a:stretch>
        </p:blipFill>
        <p:spPr>
          <a:xfrm flipH="false" flipV="false" rot="0">
            <a:off x="3097099" y="5441153"/>
            <a:ext cx="2910460" cy="359316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3936991" y="2222816"/>
            <a:ext cx="10414018" cy="180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75"/>
              </a:lnSpc>
            </a:pPr>
            <a:r>
              <a:rPr lang="en-US" sz="10125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SNAKE GAME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70257" y="4410384"/>
            <a:ext cx="2347485" cy="41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4"/>
              </a:lnSpc>
            </a:pPr>
            <a:r>
              <a:rPr lang="en-US" sz="2224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LET’S PLAY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84708" y="5173899"/>
            <a:ext cx="1518584" cy="41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4"/>
              </a:lnSpc>
            </a:pPr>
            <a:r>
              <a:rPr lang="en-US" sz="2224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MENU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04722" y="5935597"/>
            <a:ext cx="3278556" cy="41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4"/>
              </a:lnSpc>
            </a:pPr>
            <a:r>
              <a:rPr lang="en-US" sz="2224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CONTINUE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1848" y="8602797"/>
            <a:ext cx="18976935" cy="3368406"/>
          </a:xfrm>
          <a:custGeom>
            <a:avLst/>
            <a:gdLst/>
            <a:ahLst/>
            <a:cxnLst/>
            <a:rect r="r" b="b" t="t" l="l"/>
            <a:pathLst>
              <a:path h="3368406" w="18976935">
                <a:moveTo>
                  <a:pt x="0" y="0"/>
                </a:moveTo>
                <a:lnTo>
                  <a:pt x="18976935" y="0"/>
                </a:lnTo>
                <a:lnTo>
                  <a:pt x="18976935" y="3368406"/>
                </a:lnTo>
                <a:lnTo>
                  <a:pt x="0" y="3368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25492" y="4293039"/>
            <a:ext cx="4035011" cy="4309758"/>
          </a:xfrm>
          <a:custGeom>
            <a:avLst/>
            <a:gdLst/>
            <a:ahLst/>
            <a:cxnLst/>
            <a:rect r="r" b="b" t="t" l="l"/>
            <a:pathLst>
              <a:path h="4309758" w="4035011">
                <a:moveTo>
                  <a:pt x="0" y="0"/>
                </a:moveTo>
                <a:lnTo>
                  <a:pt x="4035010" y="0"/>
                </a:lnTo>
                <a:lnTo>
                  <a:pt x="4035010" y="4309758"/>
                </a:lnTo>
                <a:lnTo>
                  <a:pt x="0" y="43097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70846" y="892419"/>
            <a:ext cx="2756506" cy="456076"/>
          </a:xfrm>
          <a:custGeom>
            <a:avLst/>
            <a:gdLst/>
            <a:ahLst/>
            <a:cxnLst/>
            <a:rect r="r" b="b" t="t" l="l"/>
            <a:pathLst>
              <a:path h="456076" w="2756506">
                <a:moveTo>
                  <a:pt x="0" y="0"/>
                </a:moveTo>
                <a:lnTo>
                  <a:pt x="2756506" y="0"/>
                </a:lnTo>
                <a:lnTo>
                  <a:pt x="2756506" y="456076"/>
                </a:lnTo>
                <a:lnTo>
                  <a:pt x="0" y="4560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10333" y="744321"/>
            <a:ext cx="1348046" cy="713341"/>
          </a:xfrm>
          <a:custGeom>
            <a:avLst/>
            <a:gdLst/>
            <a:ahLst/>
            <a:cxnLst/>
            <a:rect r="r" b="b" t="t" l="l"/>
            <a:pathLst>
              <a:path h="713341" w="1348046">
                <a:moveTo>
                  <a:pt x="0" y="0"/>
                </a:moveTo>
                <a:lnTo>
                  <a:pt x="1348046" y="0"/>
                </a:lnTo>
                <a:lnTo>
                  <a:pt x="1348046" y="713341"/>
                </a:lnTo>
                <a:lnTo>
                  <a:pt x="0" y="7133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4435" y="744321"/>
            <a:ext cx="2983577" cy="1208349"/>
          </a:xfrm>
          <a:custGeom>
            <a:avLst/>
            <a:gdLst/>
            <a:ahLst/>
            <a:cxnLst/>
            <a:rect r="r" b="b" t="t" l="l"/>
            <a:pathLst>
              <a:path h="1208349" w="2983577">
                <a:moveTo>
                  <a:pt x="0" y="0"/>
                </a:moveTo>
                <a:lnTo>
                  <a:pt x="2983578" y="0"/>
                </a:lnTo>
                <a:lnTo>
                  <a:pt x="2983578" y="1208349"/>
                </a:lnTo>
                <a:lnTo>
                  <a:pt x="0" y="12083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937424" y="6468950"/>
            <a:ext cx="1629725" cy="2133847"/>
          </a:xfrm>
          <a:custGeom>
            <a:avLst/>
            <a:gdLst/>
            <a:ahLst/>
            <a:cxnLst/>
            <a:rect r="r" b="b" t="t" l="l"/>
            <a:pathLst>
              <a:path h="2133847" w="1629725">
                <a:moveTo>
                  <a:pt x="0" y="0"/>
                </a:moveTo>
                <a:lnTo>
                  <a:pt x="1629725" y="0"/>
                </a:lnTo>
                <a:lnTo>
                  <a:pt x="1629725" y="2133847"/>
                </a:lnTo>
                <a:lnTo>
                  <a:pt x="0" y="21338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2759814" y="7282806"/>
            <a:ext cx="1776605" cy="1319991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12627875" y="7761838"/>
            <a:ext cx="2014273" cy="840959"/>
          </a:xfrm>
          <a:custGeom>
            <a:avLst/>
            <a:gdLst/>
            <a:ahLst/>
            <a:cxnLst/>
            <a:rect r="r" b="b" t="t" l="l"/>
            <a:pathLst>
              <a:path h="840959" w="2014273">
                <a:moveTo>
                  <a:pt x="0" y="0"/>
                </a:moveTo>
                <a:lnTo>
                  <a:pt x="2014274" y="0"/>
                </a:lnTo>
                <a:lnTo>
                  <a:pt x="2014274" y="840959"/>
                </a:lnTo>
                <a:lnTo>
                  <a:pt x="0" y="84095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45851" y="1582495"/>
            <a:ext cx="10996297" cy="163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96"/>
              </a:lnSpc>
            </a:pPr>
            <a:r>
              <a:rPr lang="en-US" sz="9140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KELOMPOK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95176" y="3027434"/>
            <a:ext cx="2469075" cy="95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7"/>
              </a:lnSpc>
            </a:pPr>
            <a:r>
              <a:rPr lang="en-US" sz="506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MEMBER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70583" y="3927540"/>
            <a:ext cx="2946833" cy="53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0"/>
              </a:lnSpc>
              <a:spcBef>
                <a:spcPct val="0"/>
              </a:spcBef>
            </a:pPr>
            <a:r>
              <a:rPr lang="en-US" sz="319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FATKHUL BARRI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0">
            <a:off x="13175940" y="2247610"/>
            <a:ext cx="2445636" cy="1889631"/>
          </a:xfrm>
          <a:custGeom>
            <a:avLst/>
            <a:gdLst/>
            <a:ahLst/>
            <a:cxnLst/>
            <a:rect r="r" b="b" t="t" l="l"/>
            <a:pathLst>
              <a:path h="1889631" w="2445636">
                <a:moveTo>
                  <a:pt x="2445637" y="0"/>
                </a:moveTo>
                <a:lnTo>
                  <a:pt x="0" y="0"/>
                </a:lnTo>
                <a:lnTo>
                  <a:pt x="0" y="1889631"/>
                </a:lnTo>
                <a:lnTo>
                  <a:pt x="2445637" y="1889631"/>
                </a:lnTo>
                <a:lnTo>
                  <a:pt x="2445637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446" r="0" b="-1446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548582" y="4326501"/>
            <a:ext cx="3162263" cy="54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1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ALEYYA INNASYA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70846" y="892419"/>
            <a:ext cx="2756506" cy="456076"/>
          </a:xfrm>
          <a:custGeom>
            <a:avLst/>
            <a:gdLst/>
            <a:ahLst/>
            <a:cxnLst/>
            <a:rect r="r" b="b" t="t" l="l"/>
            <a:pathLst>
              <a:path h="456076" w="2756506">
                <a:moveTo>
                  <a:pt x="0" y="0"/>
                </a:moveTo>
                <a:lnTo>
                  <a:pt x="2756506" y="0"/>
                </a:lnTo>
                <a:lnTo>
                  <a:pt x="2756506" y="456076"/>
                </a:lnTo>
                <a:lnTo>
                  <a:pt x="0" y="45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791731" y="4097782"/>
            <a:ext cx="13662116" cy="4520918"/>
          </a:xfrm>
          <a:custGeom>
            <a:avLst/>
            <a:gdLst/>
            <a:ahLst/>
            <a:cxnLst/>
            <a:rect r="r" b="b" t="t" l="l"/>
            <a:pathLst>
              <a:path h="4520918" w="13662116">
                <a:moveTo>
                  <a:pt x="0" y="0"/>
                </a:moveTo>
                <a:lnTo>
                  <a:pt x="13662116" y="0"/>
                </a:lnTo>
                <a:lnTo>
                  <a:pt x="13662116" y="4520918"/>
                </a:lnTo>
                <a:lnTo>
                  <a:pt x="0" y="45209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7328" y="8618700"/>
            <a:ext cx="19522656" cy="3336599"/>
          </a:xfrm>
          <a:custGeom>
            <a:avLst/>
            <a:gdLst/>
            <a:ahLst/>
            <a:cxnLst/>
            <a:rect r="r" b="b" t="t" l="l"/>
            <a:pathLst>
              <a:path h="3336599" w="19522656">
                <a:moveTo>
                  <a:pt x="0" y="0"/>
                </a:moveTo>
                <a:lnTo>
                  <a:pt x="19522656" y="0"/>
                </a:lnTo>
                <a:lnTo>
                  <a:pt x="19522656" y="3336600"/>
                </a:lnTo>
                <a:lnTo>
                  <a:pt x="0" y="3336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30611" y="6385237"/>
            <a:ext cx="2456810" cy="2233463"/>
          </a:xfrm>
          <a:custGeom>
            <a:avLst/>
            <a:gdLst/>
            <a:ahLst/>
            <a:cxnLst/>
            <a:rect r="r" b="b" t="t" l="l"/>
            <a:pathLst>
              <a:path h="2233463" w="2456810">
                <a:moveTo>
                  <a:pt x="0" y="0"/>
                </a:moveTo>
                <a:lnTo>
                  <a:pt x="2456810" y="0"/>
                </a:lnTo>
                <a:lnTo>
                  <a:pt x="2456810" y="2233463"/>
                </a:lnTo>
                <a:lnTo>
                  <a:pt x="0" y="22334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9008" y="4675131"/>
            <a:ext cx="3119005" cy="3943569"/>
          </a:xfrm>
          <a:custGeom>
            <a:avLst/>
            <a:gdLst/>
            <a:ahLst/>
            <a:cxnLst/>
            <a:rect r="r" b="b" t="t" l="l"/>
            <a:pathLst>
              <a:path h="3943569" w="3119005">
                <a:moveTo>
                  <a:pt x="0" y="0"/>
                </a:moveTo>
                <a:lnTo>
                  <a:pt x="3119005" y="0"/>
                </a:lnTo>
                <a:lnTo>
                  <a:pt x="3119005" y="3943569"/>
                </a:lnTo>
                <a:lnTo>
                  <a:pt x="0" y="3943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28013" y="6646916"/>
            <a:ext cx="788714" cy="1971785"/>
          </a:xfrm>
          <a:custGeom>
            <a:avLst/>
            <a:gdLst/>
            <a:ahLst/>
            <a:cxnLst/>
            <a:rect r="r" b="b" t="t" l="l"/>
            <a:pathLst>
              <a:path h="1971785" w="788714">
                <a:moveTo>
                  <a:pt x="0" y="0"/>
                </a:moveTo>
                <a:lnTo>
                  <a:pt x="788713" y="0"/>
                </a:lnTo>
                <a:lnTo>
                  <a:pt x="788713" y="1971784"/>
                </a:lnTo>
                <a:lnTo>
                  <a:pt x="0" y="197178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8182179" y="5740817"/>
            <a:ext cx="1923641" cy="1288840"/>
          </a:xfrm>
          <a:custGeom>
            <a:avLst/>
            <a:gdLst/>
            <a:ahLst/>
            <a:cxnLst/>
            <a:rect r="r" b="b" t="t" l="l"/>
            <a:pathLst>
              <a:path h="1288840" w="1923641">
                <a:moveTo>
                  <a:pt x="1923642" y="0"/>
                </a:moveTo>
                <a:lnTo>
                  <a:pt x="0" y="0"/>
                </a:lnTo>
                <a:lnTo>
                  <a:pt x="0" y="1288840"/>
                </a:lnTo>
                <a:lnTo>
                  <a:pt x="1923642" y="1288840"/>
                </a:lnTo>
                <a:lnTo>
                  <a:pt x="1923642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08452" y="744321"/>
            <a:ext cx="3606171" cy="878594"/>
          </a:xfrm>
          <a:custGeom>
            <a:avLst/>
            <a:gdLst/>
            <a:ahLst/>
            <a:cxnLst/>
            <a:rect r="r" b="b" t="t" l="l"/>
            <a:pathLst>
              <a:path h="878594" w="3606171">
                <a:moveTo>
                  <a:pt x="0" y="0"/>
                </a:moveTo>
                <a:lnTo>
                  <a:pt x="3606171" y="0"/>
                </a:lnTo>
                <a:lnTo>
                  <a:pt x="3606171" y="878594"/>
                </a:lnTo>
                <a:lnTo>
                  <a:pt x="0" y="8785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95099" y="2301437"/>
            <a:ext cx="3063916" cy="746481"/>
          </a:xfrm>
          <a:custGeom>
            <a:avLst/>
            <a:gdLst/>
            <a:ahLst/>
            <a:cxnLst/>
            <a:rect r="r" b="b" t="t" l="l"/>
            <a:pathLst>
              <a:path h="746481" w="3063916">
                <a:moveTo>
                  <a:pt x="0" y="0"/>
                </a:moveTo>
                <a:lnTo>
                  <a:pt x="3063917" y="0"/>
                </a:lnTo>
                <a:lnTo>
                  <a:pt x="3063917" y="746482"/>
                </a:lnTo>
                <a:lnTo>
                  <a:pt x="0" y="7464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14623" y="1905045"/>
            <a:ext cx="8858755" cy="268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7"/>
              </a:lnSpc>
            </a:pPr>
            <a:r>
              <a:rPr lang="en-US" sz="8799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APA SAJA CLASSNYA 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7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70846" y="892419"/>
            <a:ext cx="2756506" cy="456076"/>
          </a:xfrm>
          <a:custGeom>
            <a:avLst/>
            <a:gdLst/>
            <a:ahLst/>
            <a:cxnLst/>
            <a:rect r="r" b="b" t="t" l="l"/>
            <a:pathLst>
              <a:path h="456076" w="2756506">
                <a:moveTo>
                  <a:pt x="0" y="0"/>
                </a:moveTo>
                <a:lnTo>
                  <a:pt x="2756506" y="0"/>
                </a:lnTo>
                <a:lnTo>
                  <a:pt x="2756506" y="456076"/>
                </a:lnTo>
                <a:lnTo>
                  <a:pt x="0" y="45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41839" y="1918703"/>
            <a:ext cx="3063916" cy="746481"/>
          </a:xfrm>
          <a:custGeom>
            <a:avLst/>
            <a:gdLst/>
            <a:ahLst/>
            <a:cxnLst/>
            <a:rect r="r" b="b" t="t" l="l"/>
            <a:pathLst>
              <a:path h="746481" w="3063916">
                <a:moveTo>
                  <a:pt x="0" y="0"/>
                </a:moveTo>
                <a:lnTo>
                  <a:pt x="3063917" y="0"/>
                </a:lnTo>
                <a:lnTo>
                  <a:pt x="3063917" y="746481"/>
                </a:lnTo>
                <a:lnTo>
                  <a:pt x="0" y="7464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62" y="655459"/>
            <a:ext cx="3063916" cy="746481"/>
          </a:xfrm>
          <a:custGeom>
            <a:avLst/>
            <a:gdLst/>
            <a:ahLst/>
            <a:cxnLst/>
            <a:rect r="r" b="b" t="t" l="l"/>
            <a:pathLst>
              <a:path h="746481" w="3063916">
                <a:moveTo>
                  <a:pt x="0" y="0"/>
                </a:moveTo>
                <a:lnTo>
                  <a:pt x="3063916" y="0"/>
                </a:lnTo>
                <a:lnTo>
                  <a:pt x="3063916" y="746482"/>
                </a:lnTo>
                <a:lnTo>
                  <a:pt x="0" y="746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29065" y="1946032"/>
            <a:ext cx="6117370" cy="7611036"/>
          </a:xfrm>
          <a:custGeom>
            <a:avLst/>
            <a:gdLst/>
            <a:ahLst/>
            <a:cxnLst/>
            <a:rect r="r" b="b" t="t" l="l"/>
            <a:pathLst>
              <a:path h="7611036" w="6117370">
                <a:moveTo>
                  <a:pt x="0" y="0"/>
                </a:moveTo>
                <a:lnTo>
                  <a:pt x="6117370" y="0"/>
                </a:lnTo>
                <a:lnTo>
                  <a:pt x="6117370" y="7611037"/>
                </a:lnTo>
                <a:lnTo>
                  <a:pt x="0" y="76110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29065" y="3311592"/>
            <a:ext cx="21713652" cy="7925483"/>
          </a:xfrm>
          <a:custGeom>
            <a:avLst/>
            <a:gdLst/>
            <a:ahLst/>
            <a:cxnLst/>
            <a:rect r="r" b="b" t="t" l="l"/>
            <a:pathLst>
              <a:path h="7925483" w="21713652">
                <a:moveTo>
                  <a:pt x="0" y="0"/>
                </a:moveTo>
                <a:lnTo>
                  <a:pt x="21713652" y="0"/>
                </a:lnTo>
                <a:lnTo>
                  <a:pt x="21713652" y="7925483"/>
                </a:lnTo>
                <a:lnTo>
                  <a:pt x="0" y="79254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3767489" y="2584494"/>
            <a:ext cx="952885" cy="1017522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rcRect l="0" t="0" r="0" b="0"/>
          <a:stretch>
            <a:fillRect/>
          </a:stretch>
        </p:blipFill>
        <p:spPr>
          <a:xfrm flipH="false" flipV="false" rot="0">
            <a:off x="16377167" y="5751551"/>
            <a:ext cx="1507088" cy="1545591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4243931" y="7952704"/>
            <a:ext cx="2014273" cy="840959"/>
          </a:xfrm>
          <a:custGeom>
            <a:avLst/>
            <a:gdLst/>
            <a:ahLst/>
            <a:cxnLst/>
            <a:rect r="r" b="b" t="t" l="l"/>
            <a:pathLst>
              <a:path h="840959" w="2014273">
                <a:moveTo>
                  <a:pt x="0" y="0"/>
                </a:moveTo>
                <a:lnTo>
                  <a:pt x="2014274" y="0"/>
                </a:lnTo>
                <a:lnTo>
                  <a:pt x="2014274" y="840959"/>
                </a:lnTo>
                <a:lnTo>
                  <a:pt x="0" y="8409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06118" y="1815390"/>
            <a:ext cx="3353735" cy="1786626"/>
          </a:xfrm>
          <a:custGeom>
            <a:avLst/>
            <a:gdLst/>
            <a:ahLst/>
            <a:cxnLst/>
            <a:rect r="r" b="b" t="t" l="l"/>
            <a:pathLst>
              <a:path h="1786626" w="3353735">
                <a:moveTo>
                  <a:pt x="0" y="0"/>
                </a:moveTo>
                <a:lnTo>
                  <a:pt x="3353735" y="0"/>
                </a:lnTo>
                <a:lnTo>
                  <a:pt x="3353735" y="1786626"/>
                </a:lnTo>
                <a:lnTo>
                  <a:pt x="0" y="1786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946410" y="1815390"/>
            <a:ext cx="3353735" cy="1786626"/>
          </a:xfrm>
          <a:custGeom>
            <a:avLst/>
            <a:gdLst/>
            <a:ahLst/>
            <a:cxnLst/>
            <a:rect r="r" b="b" t="t" l="l"/>
            <a:pathLst>
              <a:path h="1786626" w="3353735">
                <a:moveTo>
                  <a:pt x="0" y="0"/>
                </a:moveTo>
                <a:lnTo>
                  <a:pt x="3353735" y="0"/>
                </a:lnTo>
                <a:lnTo>
                  <a:pt x="3353735" y="1786626"/>
                </a:lnTo>
                <a:lnTo>
                  <a:pt x="0" y="1786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946410" y="4648547"/>
            <a:ext cx="3353735" cy="1786626"/>
          </a:xfrm>
          <a:custGeom>
            <a:avLst/>
            <a:gdLst/>
            <a:ahLst/>
            <a:cxnLst/>
            <a:rect r="r" b="b" t="t" l="l"/>
            <a:pathLst>
              <a:path h="1786626" w="3353735">
                <a:moveTo>
                  <a:pt x="0" y="0"/>
                </a:moveTo>
                <a:lnTo>
                  <a:pt x="3353735" y="0"/>
                </a:lnTo>
                <a:lnTo>
                  <a:pt x="3353735" y="1786626"/>
                </a:lnTo>
                <a:lnTo>
                  <a:pt x="0" y="1786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06118" y="4670716"/>
            <a:ext cx="3353735" cy="1786626"/>
          </a:xfrm>
          <a:custGeom>
            <a:avLst/>
            <a:gdLst/>
            <a:ahLst/>
            <a:cxnLst/>
            <a:rect r="r" b="b" t="t" l="l"/>
            <a:pathLst>
              <a:path h="1786626" w="3353735">
                <a:moveTo>
                  <a:pt x="0" y="0"/>
                </a:moveTo>
                <a:lnTo>
                  <a:pt x="3353735" y="0"/>
                </a:lnTo>
                <a:lnTo>
                  <a:pt x="3353735" y="1786626"/>
                </a:lnTo>
                <a:lnTo>
                  <a:pt x="0" y="1786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6"/>
          <a:srcRect l="0" t="0" r="0" b="0"/>
          <a:stretch>
            <a:fillRect/>
          </a:stretch>
        </p:blipFill>
        <p:spPr>
          <a:xfrm flipH="false" flipV="false" rot="0">
            <a:off x="4374829" y="7067588"/>
            <a:ext cx="1752478" cy="1305596"/>
          </a:xfrm>
          <a:prstGeom prst="rect">
            <a:avLst/>
          </a:prstGeom>
        </p:spPr>
      </p:pic>
      <p:sp>
        <p:nvSpPr>
          <p:cNvPr name="Freeform 16" id="16"/>
          <p:cNvSpPr/>
          <p:nvPr/>
        </p:nvSpPr>
        <p:spPr>
          <a:xfrm flipH="false" flipV="false" rot="0">
            <a:off x="7184574" y="7283859"/>
            <a:ext cx="3353735" cy="1786626"/>
          </a:xfrm>
          <a:custGeom>
            <a:avLst/>
            <a:gdLst/>
            <a:ahLst/>
            <a:cxnLst/>
            <a:rect r="r" b="b" t="t" l="l"/>
            <a:pathLst>
              <a:path h="1786626" w="3353735">
                <a:moveTo>
                  <a:pt x="0" y="0"/>
                </a:moveTo>
                <a:lnTo>
                  <a:pt x="3353734" y="0"/>
                </a:lnTo>
                <a:lnTo>
                  <a:pt x="3353734" y="1786626"/>
                </a:lnTo>
                <a:lnTo>
                  <a:pt x="0" y="1786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720374" y="1402875"/>
            <a:ext cx="3417422" cy="32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6891" indent="-218446" lvl="1">
              <a:lnSpc>
                <a:spcPts val="2347"/>
              </a:lnSpc>
              <a:buAutoNum type="arabicPeriod" startAt="1"/>
            </a:pPr>
            <a:r>
              <a:rPr lang="en-US" sz="2023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 SNAKE MAIN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06118" y="1382891"/>
            <a:ext cx="3417422" cy="32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2023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2. MAIN MENU PANEL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77972" y="4238217"/>
            <a:ext cx="3417422" cy="32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2023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3. SNAKE PANEL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56903" y="4238217"/>
            <a:ext cx="3515853" cy="32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2023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4, GAME OVER PANEL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84574" y="6873529"/>
            <a:ext cx="3515853" cy="32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2023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5. IMAGE LOADER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68923" y="1978633"/>
            <a:ext cx="3226472" cy="138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ENTRY POINT (TITIK MASUK) DARI APLIKASI PERMAINAN SNAKE GAME.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95733" y="1978633"/>
            <a:ext cx="3154595" cy="134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MENAMPILKAN MENU UTAMA GAME DAN MENU KUSTOMISASI (PEMILIHAN SKIN DAN MAKANAN).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21073" y="4743957"/>
            <a:ext cx="3016723" cy="164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0"/>
              </a:lnSpc>
              <a:spcBef>
                <a:spcPct val="0"/>
              </a:spcBef>
            </a:pPr>
            <a:r>
              <a:rPr lang="en-US" sz="187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MENAMPILKAN AREA PERMAINAN (DI MANA ULAR BERGERAK, APEL MUNCUL, DAN SEMUA LOGIKA GAME UTAMA (PERGERAKAN, TABRAKAN, SKOR).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76683" y="4882083"/>
            <a:ext cx="3353735" cy="134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  <a:spcBef>
                <a:spcPct val="0"/>
              </a:spcBef>
            </a:pPr>
            <a:r>
              <a:rPr lang="en-US" sz="223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T</a:t>
            </a:r>
            <a:r>
              <a:rPr lang="en-US" sz="223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AMPILAN LAYAR "GAME OVER" YANG MUNCUL SAAT PERMAINAN BERAKHIR.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62199" y="7405246"/>
            <a:ext cx="2998484" cy="156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  <a:spcBef>
                <a:spcPct val="0"/>
              </a:spcBef>
            </a:pPr>
            <a:r>
              <a:rPr lang="en-US" sz="2132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UNTUK MEMUAT FILE GAMBAR (PNG, JPG, GIF) DARI RESOURCE PROYEK AGAR BISA DIGUNAKAN DI BERBAGAI PANEL.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07908" y="317749"/>
            <a:ext cx="5707067" cy="54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1"/>
              </a:lnSpc>
            </a:pPr>
            <a:r>
              <a:rPr lang="en-US" sz="3423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MEMILIKI 5 KELAS 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120" r="0" b="-2265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4286" y="516283"/>
            <a:ext cx="20425006" cy="11927661"/>
            <a:chOff x="0" y="0"/>
            <a:chExt cx="27233341" cy="159035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1100175" y="501515"/>
              <a:ext cx="3675342" cy="608102"/>
            </a:xfrm>
            <a:custGeom>
              <a:avLst/>
              <a:gdLst/>
              <a:ahLst/>
              <a:cxnLst/>
              <a:rect r="r" b="b" t="t" l="l"/>
              <a:pathLst>
                <a:path h="608102" w="3675342">
                  <a:moveTo>
                    <a:pt x="0" y="0"/>
                  </a:moveTo>
                  <a:lnTo>
                    <a:pt x="3675342" y="0"/>
                  </a:lnTo>
                  <a:lnTo>
                    <a:pt x="3675342" y="608102"/>
                  </a:lnTo>
                  <a:lnTo>
                    <a:pt x="0" y="608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9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63857" y="0"/>
              <a:ext cx="3978103" cy="1611132"/>
            </a:xfrm>
            <a:custGeom>
              <a:avLst/>
              <a:gdLst/>
              <a:ahLst/>
              <a:cxnLst/>
              <a:rect r="r" b="b" t="t" l="l"/>
              <a:pathLst>
                <a:path h="1611132" w="3978103">
                  <a:moveTo>
                    <a:pt x="0" y="0"/>
                  </a:moveTo>
                  <a:lnTo>
                    <a:pt x="3978103" y="0"/>
                  </a:lnTo>
                  <a:lnTo>
                    <a:pt x="3978103" y="1611132"/>
                  </a:lnTo>
                  <a:lnTo>
                    <a:pt x="0" y="1611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9247067" y="2655645"/>
              <a:ext cx="2665613" cy="1079573"/>
            </a:xfrm>
            <a:custGeom>
              <a:avLst/>
              <a:gdLst/>
              <a:ahLst/>
              <a:cxnLst/>
              <a:rect r="r" b="b" t="t" l="l"/>
              <a:pathLst>
                <a:path h="1079573" w="2665613">
                  <a:moveTo>
                    <a:pt x="0" y="0"/>
                  </a:moveTo>
                  <a:lnTo>
                    <a:pt x="2665613" y="0"/>
                  </a:lnTo>
                  <a:lnTo>
                    <a:pt x="2665613" y="1079573"/>
                  </a:lnTo>
                  <a:lnTo>
                    <a:pt x="0" y="1079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0">
              <a:off x="20579873" y="4277498"/>
              <a:ext cx="6653468" cy="7106507"/>
            </a:xfrm>
            <a:custGeom>
              <a:avLst/>
              <a:gdLst/>
              <a:ahLst/>
              <a:cxnLst/>
              <a:rect r="r" b="b" t="t" l="l"/>
              <a:pathLst>
                <a:path h="7106507" w="6653468">
                  <a:moveTo>
                    <a:pt x="6653468" y="0"/>
                  </a:moveTo>
                  <a:lnTo>
                    <a:pt x="0" y="0"/>
                  </a:lnTo>
                  <a:lnTo>
                    <a:pt x="0" y="7106507"/>
                  </a:lnTo>
                  <a:lnTo>
                    <a:pt x="6653468" y="7106507"/>
                  </a:lnTo>
                  <a:lnTo>
                    <a:pt x="6653468" y="0"/>
                  </a:lnTo>
                  <a:close/>
                </a:path>
              </a:pathLst>
            </a:custGeom>
            <a:blipFill>
              <a:blip r:embed="rId7">
                <a:alphaModFix amt="49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765461" y="7696714"/>
              <a:ext cx="1474916" cy="3687291"/>
            </a:xfrm>
            <a:custGeom>
              <a:avLst/>
              <a:gdLst/>
              <a:ahLst/>
              <a:cxnLst/>
              <a:rect r="r" b="b" t="t" l="l"/>
              <a:pathLst>
                <a:path h="3687291" w="1474916">
                  <a:moveTo>
                    <a:pt x="0" y="0"/>
                  </a:moveTo>
                  <a:lnTo>
                    <a:pt x="1474917" y="0"/>
                  </a:lnTo>
                  <a:lnTo>
                    <a:pt x="1474917" y="3687291"/>
                  </a:lnTo>
                  <a:lnTo>
                    <a:pt x="0" y="3687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49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10094" y="11384005"/>
              <a:ext cx="25108574" cy="4519543"/>
            </a:xfrm>
            <a:custGeom>
              <a:avLst/>
              <a:gdLst/>
              <a:ahLst/>
              <a:cxnLst/>
              <a:rect r="r" b="b" t="t" l="l"/>
              <a:pathLst>
                <a:path h="4519543" w="25108574">
                  <a:moveTo>
                    <a:pt x="0" y="0"/>
                  </a:moveTo>
                  <a:lnTo>
                    <a:pt x="25108574" y="0"/>
                  </a:lnTo>
                  <a:lnTo>
                    <a:pt x="25108574" y="4519543"/>
                  </a:lnTo>
                  <a:lnTo>
                    <a:pt x="0" y="4519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alphaModFix amt="49000"/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876457" y="9674211"/>
              <a:ext cx="3603014" cy="1709794"/>
            </a:xfrm>
            <a:custGeom>
              <a:avLst/>
              <a:gdLst/>
              <a:ahLst/>
              <a:cxnLst/>
              <a:rect r="r" b="b" t="t" l="l"/>
              <a:pathLst>
                <a:path h="1709794" w="3603014">
                  <a:moveTo>
                    <a:pt x="0" y="0"/>
                  </a:moveTo>
                  <a:lnTo>
                    <a:pt x="3603014" y="0"/>
                  </a:lnTo>
                  <a:lnTo>
                    <a:pt x="3603014" y="1709794"/>
                  </a:lnTo>
                  <a:lnTo>
                    <a:pt x="0" y="1709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49000"/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989065"/>
              <a:ext cx="4786624" cy="4666959"/>
            </a:xfrm>
            <a:custGeom>
              <a:avLst/>
              <a:gdLst/>
              <a:ahLst/>
              <a:cxnLst/>
              <a:rect r="r" b="b" t="t" l="l"/>
              <a:pathLst>
                <a:path h="4666959" w="4786624">
                  <a:moveTo>
                    <a:pt x="0" y="0"/>
                  </a:moveTo>
                  <a:lnTo>
                    <a:pt x="4786624" y="0"/>
                  </a:lnTo>
                  <a:lnTo>
                    <a:pt x="4786624" y="4666958"/>
                  </a:lnTo>
                  <a:lnTo>
                    <a:pt x="0" y="4666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49000"/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013802" y="8881139"/>
              <a:ext cx="3213953" cy="2502866"/>
            </a:xfrm>
            <a:custGeom>
              <a:avLst/>
              <a:gdLst/>
              <a:ahLst/>
              <a:cxnLst/>
              <a:rect r="r" b="b" t="t" l="l"/>
              <a:pathLst>
                <a:path h="2502866" w="3213953">
                  <a:moveTo>
                    <a:pt x="0" y="0"/>
                  </a:moveTo>
                  <a:lnTo>
                    <a:pt x="3213953" y="0"/>
                  </a:lnTo>
                  <a:lnTo>
                    <a:pt x="3213953" y="2502866"/>
                  </a:lnTo>
                  <a:lnTo>
                    <a:pt x="0" y="2502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4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3151972" y="1616121"/>
            <a:ext cx="4598831" cy="1514436"/>
          </a:xfrm>
          <a:custGeom>
            <a:avLst/>
            <a:gdLst/>
            <a:ahLst/>
            <a:cxnLst/>
            <a:rect r="r" b="b" t="t" l="l"/>
            <a:pathLst>
              <a:path h="1514436" w="4598831">
                <a:moveTo>
                  <a:pt x="0" y="0"/>
                </a:moveTo>
                <a:lnTo>
                  <a:pt x="4598831" y="0"/>
                </a:lnTo>
                <a:lnTo>
                  <a:pt x="4598831" y="1514436"/>
                </a:lnTo>
                <a:lnTo>
                  <a:pt x="0" y="151443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031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180547" y="3618754"/>
            <a:ext cx="4598831" cy="1524746"/>
          </a:xfrm>
          <a:custGeom>
            <a:avLst/>
            <a:gdLst/>
            <a:ahLst/>
            <a:cxnLst/>
            <a:rect r="r" b="b" t="t" l="l"/>
            <a:pathLst>
              <a:path h="1524746" w="4598831">
                <a:moveTo>
                  <a:pt x="0" y="0"/>
                </a:moveTo>
                <a:lnTo>
                  <a:pt x="4598831" y="0"/>
                </a:lnTo>
                <a:lnTo>
                  <a:pt x="4598831" y="1524746"/>
                </a:lnTo>
                <a:lnTo>
                  <a:pt x="0" y="152474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489571" y="1512468"/>
            <a:ext cx="4440573" cy="7262064"/>
          </a:xfrm>
          <a:custGeom>
            <a:avLst/>
            <a:gdLst/>
            <a:ahLst/>
            <a:cxnLst/>
            <a:rect r="r" b="b" t="t" l="l"/>
            <a:pathLst>
              <a:path h="7262064" w="4440573">
                <a:moveTo>
                  <a:pt x="0" y="0"/>
                </a:moveTo>
                <a:lnTo>
                  <a:pt x="4440574" y="0"/>
                </a:lnTo>
                <a:lnTo>
                  <a:pt x="4440574" y="7262064"/>
                </a:lnTo>
                <a:lnTo>
                  <a:pt x="0" y="726206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527253" y="547927"/>
            <a:ext cx="8592557" cy="66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2"/>
              </a:lnSpc>
            </a:pPr>
            <a:r>
              <a:rPr lang="en-US" sz="4287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UML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120" r="0" b="-2265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23653" y="234706"/>
            <a:ext cx="2302372" cy="932461"/>
          </a:xfrm>
          <a:custGeom>
            <a:avLst/>
            <a:gdLst/>
            <a:ahLst/>
            <a:cxnLst/>
            <a:rect r="r" b="b" t="t" l="l"/>
            <a:pathLst>
              <a:path h="932461" w="2302372">
                <a:moveTo>
                  <a:pt x="0" y="0"/>
                </a:moveTo>
                <a:lnTo>
                  <a:pt x="2302372" y="0"/>
                </a:lnTo>
                <a:lnTo>
                  <a:pt x="2302372" y="932461"/>
                </a:lnTo>
                <a:lnTo>
                  <a:pt x="0" y="93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2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9139" y="104346"/>
            <a:ext cx="2617903" cy="1060251"/>
          </a:xfrm>
          <a:custGeom>
            <a:avLst/>
            <a:gdLst/>
            <a:ahLst/>
            <a:cxnLst/>
            <a:rect r="r" b="b" t="t" l="l"/>
            <a:pathLst>
              <a:path h="1060251" w="2617903">
                <a:moveTo>
                  <a:pt x="0" y="0"/>
                </a:moveTo>
                <a:lnTo>
                  <a:pt x="2617904" y="0"/>
                </a:lnTo>
                <a:lnTo>
                  <a:pt x="2617904" y="1060251"/>
                </a:lnTo>
                <a:lnTo>
                  <a:pt x="0" y="1060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2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611" y="6176107"/>
            <a:ext cx="4214655" cy="3260092"/>
            <a:chOff x="0" y="0"/>
            <a:chExt cx="5619540" cy="43467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9682" cy="4346789"/>
            </a:xfrm>
            <a:custGeom>
              <a:avLst/>
              <a:gdLst/>
              <a:ahLst/>
              <a:cxnLst/>
              <a:rect r="r" b="b" t="t" l="l"/>
              <a:pathLst>
                <a:path h="4346789" w="4069682">
                  <a:moveTo>
                    <a:pt x="0" y="0"/>
                  </a:moveTo>
                  <a:lnTo>
                    <a:pt x="4069682" y="0"/>
                  </a:lnTo>
                  <a:lnTo>
                    <a:pt x="4069682" y="4346789"/>
                  </a:lnTo>
                  <a:lnTo>
                    <a:pt x="0" y="4346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2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754605" y="3761947"/>
              <a:ext cx="1400821" cy="584843"/>
            </a:xfrm>
            <a:custGeom>
              <a:avLst/>
              <a:gdLst/>
              <a:ahLst/>
              <a:cxnLst/>
              <a:rect r="r" b="b" t="t" l="l"/>
              <a:pathLst>
                <a:path h="584843" w="1400821">
                  <a:moveTo>
                    <a:pt x="0" y="0"/>
                  </a:moveTo>
                  <a:lnTo>
                    <a:pt x="1400821" y="0"/>
                  </a:lnTo>
                  <a:lnTo>
                    <a:pt x="1400821" y="584842"/>
                  </a:lnTo>
                  <a:lnTo>
                    <a:pt x="0" y="584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32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16180" y="3282560"/>
              <a:ext cx="1603360" cy="1064230"/>
            </a:xfrm>
            <a:custGeom>
              <a:avLst/>
              <a:gdLst/>
              <a:ahLst/>
              <a:cxnLst/>
              <a:rect r="r" b="b" t="t" l="l"/>
              <a:pathLst>
                <a:path h="1064230" w="1603360">
                  <a:moveTo>
                    <a:pt x="0" y="0"/>
                  </a:moveTo>
                  <a:lnTo>
                    <a:pt x="1603360" y="0"/>
                  </a:lnTo>
                  <a:lnTo>
                    <a:pt x="1603360" y="1064229"/>
                  </a:lnTo>
                  <a:lnTo>
                    <a:pt x="0" y="1064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32999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167979" y="6584020"/>
            <a:ext cx="8715568" cy="2884061"/>
            <a:chOff x="0" y="0"/>
            <a:chExt cx="11620757" cy="38454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20757" cy="3845414"/>
            </a:xfrm>
            <a:custGeom>
              <a:avLst/>
              <a:gdLst/>
              <a:ahLst/>
              <a:cxnLst/>
              <a:rect r="r" b="b" t="t" l="l"/>
              <a:pathLst>
                <a:path h="3845414" w="11620757">
                  <a:moveTo>
                    <a:pt x="0" y="0"/>
                  </a:moveTo>
                  <a:lnTo>
                    <a:pt x="11620757" y="0"/>
                  </a:lnTo>
                  <a:lnTo>
                    <a:pt x="11620757" y="3845414"/>
                  </a:lnTo>
                  <a:lnTo>
                    <a:pt x="0" y="3845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alphaModFix amt="32999"/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13">
              <a:alphaModFix amt="32999"/>
            </a:blip>
            <a:srcRect l="0" t="0" r="0" b="0"/>
            <a:stretch>
              <a:fillRect/>
            </a:stretch>
          </p:blipFill>
          <p:spPr>
            <a:xfrm flipH="true" flipV="false" rot="0">
              <a:off x="5077633" y="1498934"/>
              <a:ext cx="1971044" cy="2346481"/>
            </a:xfrm>
            <a:prstGeom prst="rect">
              <a:avLst/>
            </a:prstGeom>
          </p:spPr>
        </p:pic>
      </p:grpSp>
      <p:sp>
        <p:nvSpPr>
          <p:cNvPr name="Freeform 12" id="12"/>
          <p:cNvSpPr/>
          <p:nvPr/>
        </p:nvSpPr>
        <p:spPr>
          <a:xfrm flipH="false" flipV="false" rot="0">
            <a:off x="-539379" y="9436200"/>
            <a:ext cx="20004581" cy="3600825"/>
          </a:xfrm>
          <a:custGeom>
            <a:avLst/>
            <a:gdLst/>
            <a:ahLst/>
            <a:cxnLst/>
            <a:rect r="r" b="b" t="t" l="l"/>
            <a:pathLst>
              <a:path h="3600825" w="20004581">
                <a:moveTo>
                  <a:pt x="0" y="0"/>
                </a:moveTo>
                <a:lnTo>
                  <a:pt x="20004582" y="0"/>
                </a:lnTo>
                <a:lnTo>
                  <a:pt x="20004582" y="3600824"/>
                </a:lnTo>
                <a:lnTo>
                  <a:pt x="0" y="36008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2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539379" y="9436200"/>
            <a:ext cx="20004581" cy="3600825"/>
          </a:xfrm>
          <a:custGeom>
            <a:avLst/>
            <a:gdLst/>
            <a:ahLst/>
            <a:cxnLst/>
            <a:rect r="r" b="b" t="t" l="l"/>
            <a:pathLst>
              <a:path h="3600825" w="20004581">
                <a:moveTo>
                  <a:pt x="0" y="0"/>
                </a:moveTo>
                <a:lnTo>
                  <a:pt x="20004582" y="0"/>
                </a:lnTo>
                <a:lnTo>
                  <a:pt x="20004582" y="3600824"/>
                </a:lnTo>
                <a:lnTo>
                  <a:pt x="0" y="36008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2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82649" y="1250322"/>
            <a:ext cx="4235217" cy="5100689"/>
          </a:xfrm>
          <a:custGeom>
            <a:avLst/>
            <a:gdLst/>
            <a:ahLst/>
            <a:cxnLst/>
            <a:rect r="r" b="b" t="t" l="l"/>
            <a:pathLst>
              <a:path h="5100689" w="4235217">
                <a:moveTo>
                  <a:pt x="0" y="0"/>
                </a:moveTo>
                <a:lnTo>
                  <a:pt x="4235217" y="0"/>
                </a:lnTo>
                <a:lnTo>
                  <a:pt x="4235217" y="5100688"/>
                </a:lnTo>
                <a:lnTo>
                  <a:pt x="0" y="510068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724" t="-2250" r="0" b="-16305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71696" y="1250322"/>
            <a:ext cx="4400974" cy="8217760"/>
          </a:xfrm>
          <a:custGeom>
            <a:avLst/>
            <a:gdLst/>
            <a:ahLst/>
            <a:cxnLst/>
            <a:rect r="r" b="b" t="t" l="l"/>
            <a:pathLst>
              <a:path h="8217760" w="4400974">
                <a:moveTo>
                  <a:pt x="0" y="0"/>
                </a:moveTo>
                <a:lnTo>
                  <a:pt x="4400974" y="0"/>
                </a:lnTo>
                <a:lnTo>
                  <a:pt x="4400974" y="8217759"/>
                </a:lnTo>
                <a:lnTo>
                  <a:pt x="0" y="821775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318" t="-70149" r="-132" b="-507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917150" y="1250322"/>
            <a:ext cx="4375309" cy="5100689"/>
          </a:xfrm>
          <a:custGeom>
            <a:avLst/>
            <a:gdLst/>
            <a:ahLst/>
            <a:cxnLst/>
            <a:rect r="r" b="b" t="t" l="l"/>
            <a:pathLst>
              <a:path h="5100689" w="4375309">
                <a:moveTo>
                  <a:pt x="0" y="0"/>
                </a:moveTo>
                <a:lnTo>
                  <a:pt x="4375309" y="0"/>
                </a:lnTo>
                <a:lnTo>
                  <a:pt x="4375309" y="5100688"/>
                </a:lnTo>
                <a:lnTo>
                  <a:pt x="0" y="510068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749420" y="497233"/>
            <a:ext cx="6789160" cy="66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2"/>
              </a:lnSpc>
            </a:pPr>
            <a:r>
              <a:rPr lang="en-US" sz="4287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UML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7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70846" y="892419"/>
            <a:ext cx="2756506" cy="456076"/>
          </a:xfrm>
          <a:custGeom>
            <a:avLst/>
            <a:gdLst/>
            <a:ahLst/>
            <a:cxnLst/>
            <a:rect r="r" b="b" t="t" l="l"/>
            <a:pathLst>
              <a:path h="456076" w="2756506">
                <a:moveTo>
                  <a:pt x="0" y="0"/>
                </a:moveTo>
                <a:lnTo>
                  <a:pt x="2756506" y="0"/>
                </a:lnTo>
                <a:lnTo>
                  <a:pt x="2756506" y="456076"/>
                </a:lnTo>
                <a:lnTo>
                  <a:pt x="0" y="45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89769" y="4217190"/>
            <a:ext cx="10972489" cy="3630896"/>
          </a:xfrm>
          <a:custGeom>
            <a:avLst/>
            <a:gdLst/>
            <a:ahLst/>
            <a:cxnLst/>
            <a:rect r="r" b="b" t="t" l="l"/>
            <a:pathLst>
              <a:path h="3630896" w="10972489">
                <a:moveTo>
                  <a:pt x="0" y="0"/>
                </a:moveTo>
                <a:lnTo>
                  <a:pt x="10972489" y="0"/>
                </a:lnTo>
                <a:lnTo>
                  <a:pt x="10972489" y="3630897"/>
                </a:lnTo>
                <a:lnTo>
                  <a:pt x="0" y="3630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alphaModFix amt="26000"/>
          </a:blip>
          <a:srcRect l="0" t="0" r="0" b="0"/>
          <a:stretch>
            <a:fillRect/>
          </a:stretch>
        </p:blipFill>
        <p:spPr>
          <a:xfrm flipH="false" flipV="false" rot="0">
            <a:off x="11727441" y="7784361"/>
            <a:ext cx="1752478" cy="1305596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-659054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90894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44193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39449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74383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016737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96475" y="2177497"/>
            <a:ext cx="1353966" cy="1417765"/>
          </a:xfrm>
          <a:custGeom>
            <a:avLst/>
            <a:gdLst/>
            <a:ahLst/>
            <a:cxnLst/>
            <a:rect r="r" b="b" t="t" l="l"/>
            <a:pathLst>
              <a:path h="1417765" w="1353966">
                <a:moveTo>
                  <a:pt x="0" y="0"/>
                </a:moveTo>
                <a:lnTo>
                  <a:pt x="1353966" y="0"/>
                </a:lnTo>
                <a:lnTo>
                  <a:pt x="1353966" y="1417765"/>
                </a:lnTo>
                <a:lnTo>
                  <a:pt x="0" y="14177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alphaModFix amt="26000"/>
          </a:blip>
          <a:srcRect l="0" t="0" r="0" b="0"/>
          <a:stretch>
            <a:fillRect/>
          </a:stretch>
        </p:blipFill>
        <p:spPr>
          <a:xfrm flipH="false" flipV="false" rot="0">
            <a:off x="12910507" y="1367425"/>
            <a:ext cx="1701786" cy="1157215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14019953" y="2503408"/>
            <a:ext cx="5003955" cy="5344678"/>
          </a:xfrm>
          <a:custGeom>
            <a:avLst/>
            <a:gdLst/>
            <a:ahLst/>
            <a:cxnLst/>
            <a:rect r="r" b="b" t="t" l="l"/>
            <a:pathLst>
              <a:path h="5344678" w="5003955">
                <a:moveTo>
                  <a:pt x="0" y="0"/>
                </a:moveTo>
                <a:lnTo>
                  <a:pt x="5003955" y="0"/>
                </a:lnTo>
                <a:lnTo>
                  <a:pt x="5003955" y="5344679"/>
                </a:lnTo>
                <a:lnTo>
                  <a:pt x="0" y="53446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3507" y="424526"/>
            <a:ext cx="2983577" cy="1208349"/>
          </a:xfrm>
          <a:custGeom>
            <a:avLst/>
            <a:gdLst/>
            <a:ahLst/>
            <a:cxnLst/>
            <a:rect r="r" b="b" t="t" l="l"/>
            <a:pathLst>
              <a:path h="1208349" w="2983577">
                <a:moveTo>
                  <a:pt x="0" y="0"/>
                </a:moveTo>
                <a:lnTo>
                  <a:pt x="2983578" y="0"/>
                </a:lnTo>
                <a:lnTo>
                  <a:pt x="2983578" y="1208348"/>
                </a:lnTo>
                <a:lnTo>
                  <a:pt x="0" y="12083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6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600664" y="5810915"/>
            <a:ext cx="1270182" cy="1973446"/>
          </a:xfrm>
          <a:custGeom>
            <a:avLst/>
            <a:gdLst/>
            <a:ahLst/>
            <a:cxnLst/>
            <a:rect r="r" b="b" t="t" l="l"/>
            <a:pathLst>
              <a:path h="1973446" w="1270182">
                <a:moveTo>
                  <a:pt x="0" y="0"/>
                </a:moveTo>
                <a:lnTo>
                  <a:pt x="1270182" y="0"/>
                </a:lnTo>
                <a:lnTo>
                  <a:pt x="1270182" y="1973446"/>
                </a:lnTo>
                <a:lnTo>
                  <a:pt x="0" y="19734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2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283753" y="405476"/>
            <a:ext cx="8311390" cy="61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5"/>
              </a:lnSpc>
            </a:pPr>
            <a:r>
              <a:rPr lang="en-US" sz="3935">
                <a:solidFill>
                  <a:srgbClr val="932600">
                    <a:alpha val="96863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MAIN MENU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658060" y="1402702"/>
            <a:ext cx="9562778" cy="7896726"/>
          </a:xfrm>
          <a:custGeom>
            <a:avLst/>
            <a:gdLst/>
            <a:ahLst/>
            <a:cxnLst/>
            <a:rect r="r" b="b" t="t" l="l"/>
            <a:pathLst>
              <a:path h="7896726" w="9562778">
                <a:moveTo>
                  <a:pt x="0" y="0"/>
                </a:moveTo>
                <a:lnTo>
                  <a:pt x="9562777" y="0"/>
                </a:lnTo>
                <a:lnTo>
                  <a:pt x="9562777" y="7896725"/>
                </a:lnTo>
                <a:lnTo>
                  <a:pt x="0" y="78967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4598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-2049487" y="2579973"/>
            <a:ext cx="8311390" cy="119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5"/>
              </a:lnSpc>
            </a:pPr>
            <a:r>
              <a:rPr lang="en-US" sz="3935">
                <a:solidFill>
                  <a:srgbClr val="932600">
                    <a:alpha val="96863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CONTROL :</a:t>
            </a:r>
          </a:p>
          <a:p>
            <a:pPr algn="ctr">
              <a:lnSpc>
                <a:spcPts val="4565"/>
              </a:lnSpc>
            </a:pPr>
            <a:r>
              <a:rPr lang="en-US" sz="3935">
                <a:solidFill>
                  <a:srgbClr val="932600">
                    <a:alpha val="96863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EXIT - ESC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7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70846" y="892419"/>
            <a:ext cx="2756506" cy="456076"/>
          </a:xfrm>
          <a:custGeom>
            <a:avLst/>
            <a:gdLst/>
            <a:ahLst/>
            <a:cxnLst/>
            <a:rect r="r" b="b" t="t" l="l"/>
            <a:pathLst>
              <a:path h="456076" w="2756506">
                <a:moveTo>
                  <a:pt x="0" y="0"/>
                </a:moveTo>
                <a:lnTo>
                  <a:pt x="2756506" y="0"/>
                </a:lnTo>
                <a:lnTo>
                  <a:pt x="2756506" y="456076"/>
                </a:lnTo>
                <a:lnTo>
                  <a:pt x="0" y="45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89769" y="4217190"/>
            <a:ext cx="10972489" cy="3630896"/>
          </a:xfrm>
          <a:custGeom>
            <a:avLst/>
            <a:gdLst/>
            <a:ahLst/>
            <a:cxnLst/>
            <a:rect r="r" b="b" t="t" l="l"/>
            <a:pathLst>
              <a:path h="3630896" w="10972489">
                <a:moveTo>
                  <a:pt x="0" y="0"/>
                </a:moveTo>
                <a:lnTo>
                  <a:pt x="10972489" y="0"/>
                </a:lnTo>
                <a:lnTo>
                  <a:pt x="10972489" y="3630897"/>
                </a:lnTo>
                <a:lnTo>
                  <a:pt x="0" y="3630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alphaModFix amt="26000"/>
          </a:blip>
          <a:srcRect l="0" t="0" r="0" b="0"/>
          <a:stretch>
            <a:fillRect/>
          </a:stretch>
        </p:blipFill>
        <p:spPr>
          <a:xfrm flipH="false" flipV="false" rot="0">
            <a:off x="11727441" y="7784361"/>
            <a:ext cx="1752478" cy="1305596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-659054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90894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44193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39449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74383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016737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80280" y="2216150"/>
            <a:ext cx="1353966" cy="1417765"/>
          </a:xfrm>
          <a:custGeom>
            <a:avLst/>
            <a:gdLst/>
            <a:ahLst/>
            <a:cxnLst/>
            <a:rect r="r" b="b" t="t" l="l"/>
            <a:pathLst>
              <a:path h="1417765" w="1353966">
                <a:moveTo>
                  <a:pt x="0" y="0"/>
                </a:moveTo>
                <a:lnTo>
                  <a:pt x="1353965" y="0"/>
                </a:lnTo>
                <a:lnTo>
                  <a:pt x="1353965" y="1417765"/>
                </a:lnTo>
                <a:lnTo>
                  <a:pt x="0" y="14177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alphaModFix amt="26000"/>
          </a:blip>
          <a:srcRect l="0" t="0" r="0" b="0"/>
          <a:stretch>
            <a:fillRect/>
          </a:stretch>
        </p:blipFill>
        <p:spPr>
          <a:xfrm flipH="false" flipV="false" rot="0">
            <a:off x="12910507" y="1367425"/>
            <a:ext cx="1701786" cy="1157215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14019953" y="2503408"/>
            <a:ext cx="5003955" cy="5344678"/>
          </a:xfrm>
          <a:custGeom>
            <a:avLst/>
            <a:gdLst/>
            <a:ahLst/>
            <a:cxnLst/>
            <a:rect r="r" b="b" t="t" l="l"/>
            <a:pathLst>
              <a:path h="5344678" w="5003955">
                <a:moveTo>
                  <a:pt x="0" y="0"/>
                </a:moveTo>
                <a:lnTo>
                  <a:pt x="5003955" y="0"/>
                </a:lnTo>
                <a:lnTo>
                  <a:pt x="5003955" y="5344679"/>
                </a:lnTo>
                <a:lnTo>
                  <a:pt x="0" y="53446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3507" y="424526"/>
            <a:ext cx="2983577" cy="1208349"/>
          </a:xfrm>
          <a:custGeom>
            <a:avLst/>
            <a:gdLst/>
            <a:ahLst/>
            <a:cxnLst/>
            <a:rect r="r" b="b" t="t" l="l"/>
            <a:pathLst>
              <a:path h="1208349" w="2983577">
                <a:moveTo>
                  <a:pt x="0" y="0"/>
                </a:moveTo>
                <a:lnTo>
                  <a:pt x="2983578" y="0"/>
                </a:lnTo>
                <a:lnTo>
                  <a:pt x="2983578" y="1208348"/>
                </a:lnTo>
                <a:lnTo>
                  <a:pt x="0" y="12083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6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600664" y="5810915"/>
            <a:ext cx="1270182" cy="1973446"/>
          </a:xfrm>
          <a:custGeom>
            <a:avLst/>
            <a:gdLst/>
            <a:ahLst/>
            <a:cxnLst/>
            <a:rect r="r" b="b" t="t" l="l"/>
            <a:pathLst>
              <a:path h="1973446" w="1270182">
                <a:moveTo>
                  <a:pt x="0" y="0"/>
                </a:moveTo>
                <a:lnTo>
                  <a:pt x="1270182" y="0"/>
                </a:lnTo>
                <a:lnTo>
                  <a:pt x="1270182" y="1973446"/>
                </a:lnTo>
                <a:lnTo>
                  <a:pt x="0" y="19734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2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419668" y="1367425"/>
            <a:ext cx="10039561" cy="8237529"/>
          </a:xfrm>
          <a:custGeom>
            <a:avLst/>
            <a:gdLst/>
            <a:ahLst/>
            <a:cxnLst/>
            <a:rect r="r" b="b" t="t" l="l"/>
            <a:pathLst>
              <a:path h="8237529" w="10039561">
                <a:moveTo>
                  <a:pt x="0" y="0"/>
                </a:moveTo>
                <a:lnTo>
                  <a:pt x="10039561" y="0"/>
                </a:lnTo>
                <a:lnTo>
                  <a:pt x="10039561" y="8237529"/>
                </a:lnTo>
                <a:lnTo>
                  <a:pt x="0" y="823752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5574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988305" y="405476"/>
            <a:ext cx="8311390" cy="61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5"/>
              </a:lnSpc>
            </a:pPr>
            <a:r>
              <a:rPr lang="en-US" sz="3935">
                <a:solidFill>
                  <a:srgbClr val="932600">
                    <a:alpha val="96863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CUSTOM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139034" y="2883083"/>
            <a:ext cx="4638627" cy="6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2124">
                <a:solidFill>
                  <a:srgbClr val="932600">
                    <a:alpha val="96863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CONTROL :</a:t>
            </a:r>
          </a:p>
          <a:p>
            <a:pPr algn="ctr">
              <a:lnSpc>
                <a:spcPts val="2464"/>
              </a:lnSpc>
            </a:pPr>
            <a:r>
              <a:rPr lang="en-US" sz="2124">
                <a:solidFill>
                  <a:srgbClr val="932600">
                    <a:alpha val="96863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SELECT COLOR - ARROW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7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70846" y="892419"/>
            <a:ext cx="2756506" cy="456076"/>
          </a:xfrm>
          <a:custGeom>
            <a:avLst/>
            <a:gdLst/>
            <a:ahLst/>
            <a:cxnLst/>
            <a:rect r="r" b="b" t="t" l="l"/>
            <a:pathLst>
              <a:path h="456076" w="2756506">
                <a:moveTo>
                  <a:pt x="0" y="0"/>
                </a:moveTo>
                <a:lnTo>
                  <a:pt x="2756506" y="0"/>
                </a:lnTo>
                <a:lnTo>
                  <a:pt x="2756506" y="456076"/>
                </a:lnTo>
                <a:lnTo>
                  <a:pt x="0" y="45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89769" y="4217190"/>
            <a:ext cx="10972489" cy="3630896"/>
          </a:xfrm>
          <a:custGeom>
            <a:avLst/>
            <a:gdLst/>
            <a:ahLst/>
            <a:cxnLst/>
            <a:rect r="r" b="b" t="t" l="l"/>
            <a:pathLst>
              <a:path h="3630896" w="10972489">
                <a:moveTo>
                  <a:pt x="0" y="0"/>
                </a:moveTo>
                <a:lnTo>
                  <a:pt x="10972489" y="0"/>
                </a:lnTo>
                <a:lnTo>
                  <a:pt x="10972489" y="3630897"/>
                </a:lnTo>
                <a:lnTo>
                  <a:pt x="0" y="3630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alphaModFix amt="26000"/>
          </a:blip>
          <a:srcRect l="0" t="0" r="0" b="0"/>
          <a:stretch>
            <a:fillRect/>
          </a:stretch>
        </p:blipFill>
        <p:spPr>
          <a:xfrm flipH="false" flipV="false" rot="0">
            <a:off x="11727441" y="7784361"/>
            <a:ext cx="1752478" cy="1305596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-659054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90894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44193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39449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74383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016737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96475" y="2177497"/>
            <a:ext cx="1353966" cy="1417765"/>
          </a:xfrm>
          <a:custGeom>
            <a:avLst/>
            <a:gdLst/>
            <a:ahLst/>
            <a:cxnLst/>
            <a:rect r="r" b="b" t="t" l="l"/>
            <a:pathLst>
              <a:path h="1417765" w="1353966">
                <a:moveTo>
                  <a:pt x="0" y="0"/>
                </a:moveTo>
                <a:lnTo>
                  <a:pt x="1353966" y="0"/>
                </a:lnTo>
                <a:lnTo>
                  <a:pt x="1353966" y="1417765"/>
                </a:lnTo>
                <a:lnTo>
                  <a:pt x="0" y="14177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alphaModFix amt="26000"/>
          </a:blip>
          <a:srcRect l="0" t="0" r="0" b="0"/>
          <a:stretch>
            <a:fillRect/>
          </a:stretch>
        </p:blipFill>
        <p:spPr>
          <a:xfrm flipH="false" flipV="false" rot="0">
            <a:off x="12910507" y="1367425"/>
            <a:ext cx="1701786" cy="1157215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14019953" y="2503408"/>
            <a:ext cx="5003955" cy="5344678"/>
          </a:xfrm>
          <a:custGeom>
            <a:avLst/>
            <a:gdLst/>
            <a:ahLst/>
            <a:cxnLst/>
            <a:rect r="r" b="b" t="t" l="l"/>
            <a:pathLst>
              <a:path h="5344678" w="5003955">
                <a:moveTo>
                  <a:pt x="0" y="0"/>
                </a:moveTo>
                <a:lnTo>
                  <a:pt x="5003955" y="0"/>
                </a:lnTo>
                <a:lnTo>
                  <a:pt x="5003955" y="5344679"/>
                </a:lnTo>
                <a:lnTo>
                  <a:pt x="0" y="53446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3507" y="424526"/>
            <a:ext cx="2983577" cy="1208349"/>
          </a:xfrm>
          <a:custGeom>
            <a:avLst/>
            <a:gdLst/>
            <a:ahLst/>
            <a:cxnLst/>
            <a:rect r="r" b="b" t="t" l="l"/>
            <a:pathLst>
              <a:path h="1208349" w="2983577">
                <a:moveTo>
                  <a:pt x="0" y="0"/>
                </a:moveTo>
                <a:lnTo>
                  <a:pt x="2983578" y="0"/>
                </a:lnTo>
                <a:lnTo>
                  <a:pt x="2983578" y="1208348"/>
                </a:lnTo>
                <a:lnTo>
                  <a:pt x="0" y="12083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6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600664" y="5810915"/>
            <a:ext cx="1270182" cy="1973446"/>
          </a:xfrm>
          <a:custGeom>
            <a:avLst/>
            <a:gdLst/>
            <a:ahLst/>
            <a:cxnLst/>
            <a:rect r="r" b="b" t="t" l="l"/>
            <a:pathLst>
              <a:path h="1973446" w="1270182">
                <a:moveTo>
                  <a:pt x="0" y="0"/>
                </a:moveTo>
                <a:lnTo>
                  <a:pt x="1270182" y="0"/>
                </a:lnTo>
                <a:lnTo>
                  <a:pt x="1270182" y="1973446"/>
                </a:lnTo>
                <a:lnTo>
                  <a:pt x="0" y="19734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2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740548" y="1601060"/>
            <a:ext cx="8806905" cy="7084880"/>
          </a:xfrm>
          <a:custGeom>
            <a:avLst/>
            <a:gdLst/>
            <a:ahLst/>
            <a:cxnLst/>
            <a:rect r="r" b="b" t="t" l="l"/>
            <a:pathLst>
              <a:path h="7084880" w="8806905">
                <a:moveTo>
                  <a:pt x="0" y="0"/>
                </a:moveTo>
                <a:lnTo>
                  <a:pt x="8806904" y="0"/>
                </a:lnTo>
                <a:lnTo>
                  <a:pt x="8806904" y="7084880"/>
                </a:lnTo>
                <a:lnTo>
                  <a:pt x="0" y="70848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7679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988305" y="574600"/>
            <a:ext cx="8311390" cy="61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5"/>
              </a:lnSpc>
            </a:pPr>
            <a:r>
              <a:rPr lang="en-US" sz="3935">
                <a:solidFill>
                  <a:srgbClr val="932600">
                    <a:alpha val="96863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IN GAME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33202" y="3051290"/>
            <a:ext cx="4252764" cy="116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632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CONTROL :</a:t>
            </a:r>
          </a:p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632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MOVEMENT - ARROW</a:t>
            </a:r>
          </a:p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632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 (UDLR) 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7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70846" y="892419"/>
            <a:ext cx="2756506" cy="456076"/>
          </a:xfrm>
          <a:custGeom>
            <a:avLst/>
            <a:gdLst/>
            <a:ahLst/>
            <a:cxnLst/>
            <a:rect r="r" b="b" t="t" l="l"/>
            <a:pathLst>
              <a:path h="456076" w="2756506">
                <a:moveTo>
                  <a:pt x="0" y="0"/>
                </a:moveTo>
                <a:lnTo>
                  <a:pt x="2756506" y="0"/>
                </a:lnTo>
                <a:lnTo>
                  <a:pt x="2756506" y="456076"/>
                </a:lnTo>
                <a:lnTo>
                  <a:pt x="0" y="45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89769" y="4217190"/>
            <a:ext cx="10972489" cy="3630896"/>
          </a:xfrm>
          <a:custGeom>
            <a:avLst/>
            <a:gdLst/>
            <a:ahLst/>
            <a:cxnLst/>
            <a:rect r="r" b="b" t="t" l="l"/>
            <a:pathLst>
              <a:path h="3630896" w="10972489">
                <a:moveTo>
                  <a:pt x="0" y="0"/>
                </a:moveTo>
                <a:lnTo>
                  <a:pt x="10972489" y="0"/>
                </a:lnTo>
                <a:lnTo>
                  <a:pt x="10972489" y="3630897"/>
                </a:lnTo>
                <a:lnTo>
                  <a:pt x="0" y="3630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alphaModFix amt="26000"/>
          </a:blip>
          <a:srcRect l="0" t="0" r="0" b="0"/>
          <a:stretch>
            <a:fillRect/>
          </a:stretch>
        </p:blipFill>
        <p:spPr>
          <a:xfrm flipH="false" flipV="false" rot="0">
            <a:off x="11727441" y="7784361"/>
            <a:ext cx="1752478" cy="1305596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-659054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90894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44193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39449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74383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68378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30" y="0"/>
                </a:lnTo>
                <a:lnTo>
                  <a:pt x="3755530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96475" y="2177497"/>
            <a:ext cx="1353966" cy="1417765"/>
          </a:xfrm>
          <a:custGeom>
            <a:avLst/>
            <a:gdLst/>
            <a:ahLst/>
            <a:cxnLst/>
            <a:rect r="r" b="b" t="t" l="l"/>
            <a:pathLst>
              <a:path h="1417765" w="1353966">
                <a:moveTo>
                  <a:pt x="0" y="0"/>
                </a:moveTo>
                <a:lnTo>
                  <a:pt x="1353966" y="0"/>
                </a:lnTo>
                <a:lnTo>
                  <a:pt x="1353966" y="1417765"/>
                </a:lnTo>
                <a:lnTo>
                  <a:pt x="0" y="14177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alphaModFix amt="26000"/>
          </a:blip>
          <a:srcRect l="0" t="0" r="0" b="0"/>
          <a:stretch>
            <a:fillRect/>
          </a:stretch>
        </p:blipFill>
        <p:spPr>
          <a:xfrm flipH="false" flipV="false" rot="0">
            <a:off x="12910507" y="1367425"/>
            <a:ext cx="1701786" cy="1157215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14019953" y="2503408"/>
            <a:ext cx="5003955" cy="5344678"/>
          </a:xfrm>
          <a:custGeom>
            <a:avLst/>
            <a:gdLst/>
            <a:ahLst/>
            <a:cxnLst/>
            <a:rect r="r" b="b" t="t" l="l"/>
            <a:pathLst>
              <a:path h="5344678" w="5003955">
                <a:moveTo>
                  <a:pt x="0" y="0"/>
                </a:moveTo>
                <a:lnTo>
                  <a:pt x="5003955" y="0"/>
                </a:lnTo>
                <a:lnTo>
                  <a:pt x="5003955" y="5344679"/>
                </a:lnTo>
                <a:lnTo>
                  <a:pt x="0" y="53446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3507" y="424526"/>
            <a:ext cx="2983577" cy="1208349"/>
          </a:xfrm>
          <a:custGeom>
            <a:avLst/>
            <a:gdLst/>
            <a:ahLst/>
            <a:cxnLst/>
            <a:rect r="r" b="b" t="t" l="l"/>
            <a:pathLst>
              <a:path h="1208349" w="2983577">
                <a:moveTo>
                  <a:pt x="0" y="0"/>
                </a:moveTo>
                <a:lnTo>
                  <a:pt x="2983578" y="0"/>
                </a:lnTo>
                <a:lnTo>
                  <a:pt x="2983578" y="1208348"/>
                </a:lnTo>
                <a:lnTo>
                  <a:pt x="0" y="12083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6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600664" y="5810915"/>
            <a:ext cx="1270182" cy="1973446"/>
          </a:xfrm>
          <a:custGeom>
            <a:avLst/>
            <a:gdLst/>
            <a:ahLst/>
            <a:cxnLst/>
            <a:rect r="r" b="b" t="t" l="l"/>
            <a:pathLst>
              <a:path h="1973446" w="1270182">
                <a:moveTo>
                  <a:pt x="0" y="0"/>
                </a:moveTo>
                <a:lnTo>
                  <a:pt x="1270182" y="0"/>
                </a:lnTo>
                <a:lnTo>
                  <a:pt x="1270182" y="1973446"/>
                </a:lnTo>
                <a:lnTo>
                  <a:pt x="0" y="19734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2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601727" y="1367425"/>
            <a:ext cx="9675442" cy="7783592"/>
          </a:xfrm>
          <a:custGeom>
            <a:avLst/>
            <a:gdLst/>
            <a:ahLst/>
            <a:cxnLst/>
            <a:rect r="r" b="b" t="t" l="l"/>
            <a:pathLst>
              <a:path h="7783592" w="9675442">
                <a:moveTo>
                  <a:pt x="0" y="0"/>
                </a:moveTo>
                <a:lnTo>
                  <a:pt x="9675443" y="0"/>
                </a:lnTo>
                <a:lnTo>
                  <a:pt x="9675443" y="7783592"/>
                </a:lnTo>
                <a:lnTo>
                  <a:pt x="0" y="778359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7679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988305" y="412113"/>
            <a:ext cx="8311390" cy="61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5"/>
              </a:lnSpc>
            </a:pPr>
            <a:r>
              <a:rPr lang="en-US" sz="3935">
                <a:solidFill>
                  <a:srgbClr val="932600">
                    <a:alpha val="96863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PAUSE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702" y="2704316"/>
            <a:ext cx="4344739" cy="155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5"/>
              </a:lnSpc>
            </a:pPr>
            <a:r>
              <a:rPr lang="en-US" sz="2599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CONTROL :</a:t>
            </a:r>
          </a:p>
          <a:p>
            <a:pPr algn="ctr">
              <a:lnSpc>
                <a:spcPts val="3015"/>
              </a:lnSpc>
              <a:spcBef>
                <a:spcPct val="0"/>
              </a:spcBef>
            </a:pPr>
            <a:r>
              <a:rPr lang="en-US" sz="2599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SPACE, ESC - PAUSE</a:t>
            </a:r>
          </a:p>
          <a:p>
            <a:pPr algn="ctr">
              <a:lnSpc>
                <a:spcPts val="3015"/>
              </a:lnSpc>
              <a:spcBef>
                <a:spcPct val="0"/>
              </a:spcBef>
            </a:pPr>
            <a:r>
              <a:rPr lang="en-US" sz="2599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 ESC - MAIN MENU</a:t>
            </a:r>
          </a:p>
          <a:p>
            <a:pPr algn="ctr">
              <a:lnSpc>
                <a:spcPts val="3015"/>
              </a:lnSpc>
              <a:spcBef>
                <a:spcPct val="0"/>
              </a:spcBef>
            </a:pPr>
            <a:r>
              <a:rPr lang="en-US" sz="2599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SPACE - RESUME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7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70846" y="892419"/>
            <a:ext cx="2756506" cy="456076"/>
          </a:xfrm>
          <a:custGeom>
            <a:avLst/>
            <a:gdLst/>
            <a:ahLst/>
            <a:cxnLst/>
            <a:rect r="r" b="b" t="t" l="l"/>
            <a:pathLst>
              <a:path h="456076" w="2756506">
                <a:moveTo>
                  <a:pt x="0" y="0"/>
                </a:moveTo>
                <a:lnTo>
                  <a:pt x="2756506" y="0"/>
                </a:lnTo>
                <a:lnTo>
                  <a:pt x="2756506" y="456076"/>
                </a:lnTo>
                <a:lnTo>
                  <a:pt x="0" y="45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89769" y="4217190"/>
            <a:ext cx="10972489" cy="3630896"/>
          </a:xfrm>
          <a:custGeom>
            <a:avLst/>
            <a:gdLst/>
            <a:ahLst/>
            <a:cxnLst/>
            <a:rect r="r" b="b" t="t" l="l"/>
            <a:pathLst>
              <a:path h="3630896" w="10972489">
                <a:moveTo>
                  <a:pt x="0" y="0"/>
                </a:moveTo>
                <a:lnTo>
                  <a:pt x="10972489" y="0"/>
                </a:lnTo>
                <a:lnTo>
                  <a:pt x="10972489" y="3630897"/>
                </a:lnTo>
                <a:lnTo>
                  <a:pt x="0" y="3630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alphaModFix amt="26000"/>
          </a:blip>
          <a:srcRect l="0" t="0" r="0" b="0"/>
          <a:stretch>
            <a:fillRect/>
          </a:stretch>
        </p:blipFill>
        <p:spPr>
          <a:xfrm flipH="false" flipV="false" rot="0">
            <a:off x="11727441" y="7784361"/>
            <a:ext cx="1752478" cy="1305596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-659054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90894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44193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39449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74383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016737" y="7742634"/>
            <a:ext cx="3755529" cy="4198254"/>
          </a:xfrm>
          <a:custGeom>
            <a:avLst/>
            <a:gdLst/>
            <a:ahLst/>
            <a:cxnLst/>
            <a:rect r="r" b="b" t="t" l="l"/>
            <a:pathLst>
              <a:path h="4198254" w="3755529">
                <a:moveTo>
                  <a:pt x="0" y="0"/>
                </a:moveTo>
                <a:lnTo>
                  <a:pt x="3755529" y="0"/>
                </a:lnTo>
                <a:lnTo>
                  <a:pt x="3755529" y="4198255"/>
                </a:lnTo>
                <a:lnTo>
                  <a:pt x="0" y="419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96475" y="2177497"/>
            <a:ext cx="1353966" cy="1417765"/>
          </a:xfrm>
          <a:custGeom>
            <a:avLst/>
            <a:gdLst/>
            <a:ahLst/>
            <a:cxnLst/>
            <a:rect r="r" b="b" t="t" l="l"/>
            <a:pathLst>
              <a:path h="1417765" w="1353966">
                <a:moveTo>
                  <a:pt x="0" y="0"/>
                </a:moveTo>
                <a:lnTo>
                  <a:pt x="1353966" y="0"/>
                </a:lnTo>
                <a:lnTo>
                  <a:pt x="1353966" y="1417765"/>
                </a:lnTo>
                <a:lnTo>
                  <a:pt x="0" y="14177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alphaModFix amt="26000"/>
          </a:blip>
          <a:srcRect l="0" t="0" r="0" b="0"/>
          <a:stretch>
            <a:fillRect/>
          </a:stretch>
        </p:blipFill>
        <p:spPr>
          <a:xfrm flipH="false" flipV="false" rot="0">
            <a:off x="12910507" y="1367425"/>
            <a:ext cx="1701786" cy="1157215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14019953" y="2503408"/>
            <a:ext cx="5003955" cy="5344678"/>
          </a:xfrm>
          <a:custGeom>
            <a:avLst/>
            <a:gdLst/>
            <a:ahLst/>
            <a:cxnLst/>
            <a:rect r="r" b="b" t="t" l="l"/>
            <a:pathLst>
              <a:path h="5344678" w="5003955">
                <a:moveTo>
                  <a:pt x="0" y="0"/>
                </a:moveTo>
                <a:lnTo>
                  <a:pt x="5003955" y="0"/>
                </a:lnTo>
                <a:lnTo>
                  <a:pt x="5003955" y="5344679"/>
                </a:lnTo>
                <a:lnTo>
                  <a:pt x="0" y="53446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3507" y="424526"/>
            <a:ext cx="2983577" cy="1208349"/>
          </a:xfrm>
          <a:custGeom>
            <a:avLst/>
            <a:gdLst/>
            <a:ahLst/>
            <a:cxnLst/>
            <a:rect r="r" b="b" t="t" l="l"/>
            <a:pathLst>
              <a:path h="1208349" w="2983577">
                <a:moveTo>
                  <a:pt x="0" y="0"/>
                </a:moveTo>
                <a:lnTo>
                  <a:pt x="2983578" y="0"/>
                </a:lnTo>
                <a:lnTo>
                  <a:pt x="2983578" y="1208348"/>
                </a:lnTo>
                <a:lnTo>
                  <a:pt x="0" y="12083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6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600664" y="5810915"/>
            <a:ext cx="1270182" cy="1973446"/>
          </a:xfrm>
          <a:custGeom>
            <a:avLst/>
            <a:gdLst/>
            <a:ahLst/>
            <a:cxnLst/>
            <a:rect r="r" b="b" t="t" l="l"/>
            <a:pathLst>
              <a:path h="1973446" w="1270182">
                <a:moveTo>
                  <a:pt x="0" y="0"/>
                </a:moveTo>
                <a:lnTo>
                  <a:pt x="1270182" y="0"/>
                </a:lnTo>
                <a:lnTo>
                  <a:pt x="1270182" y="1973446"/>
                </a:lnTo>
                <a:lnTo>
                  <a:pt x="0" y="19734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2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207017" y="1512246"/>
            <a:ext cx="9873967" cy="7943298"/>
          </a:xfrm>
          <a:custGeom>
            <a:avLst/>
            <a:gdLst/>
            <a:ahLst/>
            <a:cxnLst/>
            <a:rect r="r" b="b" t="t" l="l"/>
            <a:pathLst>
              <a:path h="7943298" w="9873967">
                <a:moveTo>
                  <a:pt x="0" y="0"/>
                </a:moveTo>
                <a:lnTo>
                  <a:pt x="9873966" y="0"/>
                </a:lnTo>
                <a:lnTo>
                  <a:pt x="9873966" y="7943299"/>
                </a:lnTo>
                <a:lnTo>
                  <a:pt x="0" y="794329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7679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988305" y="503870"/>
            <a:ext cx="8311390" cy="61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5"/>
              </a:lnSpc>
            </a:pPr>
            <a:r>
              <a:rPr lang="en-US" sz="3935">
                <a:solidFill>
                  <a:srgbClr val="932600">
                    <a:alpha val="96863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GAME OVER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97126" y="2730323"/>
            <a:ext cx="4608696" cy="113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582">
                <a:solidFill>
                  <a:srgbClr val="932600">
                    <a:alpha val="96863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CONTROL :</a:t>
            </a:r>
          </a:p>
          <a:p>
            <a:pPr algn="ctr">
              <a:lnSpc>
                <a:spcPts val="2995"/>
              </a:lnSpc>
            </a:pPr>
            <a:r>
              <a:rPr lang="en-US" sz="2582">
                <a:solidFill>
                  <a:srgbClr val="932600">
                    <a:alpha val="96863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SPACE - TRY AGAIN</a:t>
            </a:r>
          </a:p>
          <a:p>
            <a:pPr algn="ctr">
              <a:lnSpc>
                <a:spcPts val="2995"/>
              </a:lnSpc>
            </a:pPr>
            <a:r>
              <a:rPr lang="en-US" sz="2582">
                <a:solidFill>
                  <a:srgbClr val="932600">
                    <a:alpha val="96863"/>
                  </a:srgbClr>
                </a:solidFill>
                <a:latin typeface="Arcade Gamer"/>
                <a:ea typeface="Arcade Gamer"/>
                <a:cs typeface="Arcade Gamer"/>
                <a:sym typeface="Arcade Gamer"/>
              </a:rPr>
              <a:t>ESC - EXIT GAME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120" r="0" b="-2265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37884" y="596269"/>
            <a:ext cx="2756506" cy="456076"/>
          </a:xfrm>
          <a:custGeom>
            <a:avLst/>
            <a:gdLst/>
            <a:ahLst/>
            <a:cxnLst/>
            <a:rect r="r" b="b" t="t" l="l"/>
            <a:pathLst>
              <a:path h="456076" w="2756506">
                <a:moveTo>
                  <a:pt x="0" y="0"/>
                </a:moveTo>
                <a:lnTo>
                  <a:pt x="2756506" y="0"/>
                </a:lnTo>
                <a:lnTo>
                  <a:pt x="2756506" y="456077"/>
                </a:lnTo>
                <a:lnTo>
                  <a:pt x="0" y="456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7346" y="358052"/>
            <a:ext cx="3428610" cy="1388587"/>
          </a:xfrm>
          <a:custGeom>
            <a:avLst/>
            <a:gdLst/>
            <a:ahLst/>
            <a:cxnLst/>
            <a:rect r="r" b="b" t="t" l="l"/>
            <a:pathLst>
              <a:path h="1388587" w="3428610">
                <a:moveTo>
                  <a:pt x="0" y="0"/>
                </a:moveTo>
                <a:lnTo>
                  <a:pt x="3428610" y="0"/>
                </a:lnTo>
                <a:lnTo>
                  <a:pt x="3428610" y="1388587"/>
                </a:lnTo>
                <a:lnTo>
                  <a:pt x="0" y="13885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53810" y="10296"/>
            <a:ext cx="2169441" cy="1995886"/>
          </a:xfrm>
          <a:custGeom>
            <a:avLst/>
            <a:gdLst/>
            <a:ahLst/>
            <a:cxnLst/>
            <a:rect r="r" b="b" t="t" l="l"/>
            <a:pathLst>
              <a:path h="1995886" w="2169441">
                <a:moveTo>
                  <a:pt x="0" y="0"/>
                </a:moveTo>
                <a:lnTo>
                  <a:pt x="2169441" y="0"/>
                </a:lnTo>
                <a:lnTo>
                  <a:pt x="2169441" y="1995886"/>
                </a:lnTo>
                <a:lnTo>
                  <a:pt x="0" y="19958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14974" y="516283"/>
            <a:ext cx="3678763" cy="1489899"/>
          </a:xfrm>
          <a:custGeom>
            <a:avLst/>
            <a:gdLst/>
            <a:ahLst/>
            <a:cxnLst/>
            <a:rect r="r" b="b" t="t" l="l"/>
            <a:pathLst>
              <a:path h="1489899" w="3678763">
                <a:moveTo>
                  <a:pt x="0" y="0"/>
                </a:moveTo>
                <a:lnTo>
                  <a:pt x="3678763" y="0"/>
                </a:lnTo>
                <a:lnTo>
                  <a:pt x="3678763" y="1489899"/>
                </a:lnTo>
                <a:lnTo>
                  <a:pt x="0" y="14898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30133" y="2594621"/>
            <a:ext cx="5637933" cy="7014535"/>
          </a:xfrm>
          <a:custGeom>
            <a:avLst/>
            <a:gdLst/>
            <a:ahLst/>
            <a:cxnLst/>
            <a:rect r="r" b="b" t="t" l="l"/>
            <a:pathLst>
              <a:path h="7014535" w="5637933">
                <a:moveTo>
                  <a:pt x="0" y="0"/>
                </a:moveTo>
                <a:lnTo>
                  <a:pt x="5637932" y="0"/>
                </a:lnTo>
                <a:lnTo>
                  <a:pt x="5637932" y="7014535"/>
                </a:lnTo>
                <a:lnTo>
                  <a:pt x="0" y="70145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37884" y="4290388"/>
            <a:ext cx="4778936" cy="5104338"/>
          </a:xfrm>
          <a:custGeom>
            <a:avLst/>
            <a:gdLst/>
            <a:ahLst/>
            <a:cxnLst/>
            <a:rect r="r" b="b" t="t" l="l"/>
            <a:pathLst>
              <a:path h="5104338" w="4778936">
                <a:moveTo>
                  <a:pt x="0" y="0"/>
                </a:moveTo>
                <a:lnTo>
                  <a:pt x="4778936" y="0"/>
                </a:lnTo>
                <a:lnTo>
                  <a:pt x="4778936" y="5104338"/>
                </a:lnTo>
                <a:lnTo>
                  <a:pt x="0" y="51043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2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2">
            <a:alphaModFix amt="96000"/>
          </a:blip>
          <a:srcRect l="0" t="0" r="0" b="0"/>
          <a:stretch>
            <a:fillRect/>
          </a:stretch>
        </p:blipFill>
        <p:spPr>
          <a:xfrm flipH="false" flipV="false" rot="0">
            <a:off x="1520539" y="5303177"/>
            <a:ext cx="2725417" cy="2024945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-736514" y="2594621"/>
            <a:ext cx="3530428" cy="5799470"/>
          </a:xfrm>
          <a:custGeom>
            <a:avLst/>
            <a:gdLst/>
            <a:ahLst/>
            <a:cxnLst/>
            <a:rect r="r" b="b" t="t" l="l"/>
            <a:pathLst>
              <a:path h="5799470" w="3530428">
                <a:moveTo>
                  <a:pt x="0" y="0"/>
                </a:moveTo>
                <a:lnTo>
                  <a:pt x="3530428" y="0"/>
                </a:lnTo>
                <a:lnTo>
                  <a:pt x="3530428" y="5799471"/>
                </a:lnTo>
                <a:lnTo>
                  <a:pt x="0" y="579947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87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820250" y="7328122"/>
            <a:ext cx="24439651" cy="4562068"/>
          </a:xfrm>
          <a:custGeom>
            <a:avLst/>
            <a:gdLst/>
            <a:ahLst/>
            <a:cxnLst/>
            <a:rect r="r" b="b" t="t" l="l"/>
            <a:pathLst>
              <a:path h="4562068" w="24439651">
                <a:moveTo>
                  <a:pt x="0" y="0"/>
                </a:moveTo>
                <a:lnTo>
                  <a:pt x="24439651" y="0"/>
                </a:lnTo>
                <a:lnTo>
                  <a:pt x="24439651" y="4562069"/>
                </a:lnTo>
                <a:lnTo>
                  <a:pt x="0" y="45620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91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40783" y="8553767"/>
            <a:ext cx="2014273" cy="840959"/>
          </a:xfrm>
          <a:custGeom>
            <a:avLst/>
            <a:gdLst/>
            <a:ahLst/>
            <a:cxnLst/>
            <a:rect r="r" b="b" t="t" l="l"/>
            <a:pathLst>
              <a:path h="840959" w="2014273">
                <a:moveTo>
                  <a:pt x="0" y="0"/>
                </a:moveTo>
                <a:lnTo>
                  <a:pt x="2014273" y="0"/>
                </a:lnTo>
                <a:lnTo>
                  <a:pt x="2014273" y="840959"/>
                </a:lnTo>
                <a:lnTo>
                  <a:pt x="0" y="8409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82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68028" y="5825815"/>
            <a:ext cx="2551944" cy="552148"/>
          </a:xfrm>
          <a:custGeom>
            <a:avLst/>
            <a:gdLst/>
            <a:ahLst/>
            <a:cxnLst/>
            <a:rect r="r" b="b" t="t" l="l"/>
            <a:pathLst>
              <a:path h="552148" w="2551944">
                <a:moveTo>
                  <a:pt x="0" y="0"/>
                </a:moveTo>
                <a:lnTo>
                  <a:pt x="2551944" y="0"/>
                </a:lnTo>
                <a:lnTo>
                  <a:pt x="2551944" y="552148"/>
                </a:lnTo>
                <a:lnTo>
                  <a:pt x="0" y="55214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921995" y="6585847"/>
            <a:ext cx="4444011" cy="2789829"/>
            <a:chOff x="0" y="0"/>
            <a:chExt cx="5925348" cy="3719772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19"/>
            <a:srcRect l="0" t="0" r="0" b="0"/>
            <a:stretch>
              <a:fillRect/>
            </a:stretch>
          </p:blipFill>
          <p:spPr>
            <a:xfrm flipH="false" flipV="false" rot="0">
              <a:off x="2369639" y="1839977"/>
              <a:ext cx="1406338" cy="1160228"/>
            </a:xfrm>
            <a:prstGeom prst="rect">
              <a:avLst/>
            </a:prstGeom>
          </p:spPr>
        </p:pic>
      </p:grpSp>
      <p:sp>
        <p:nvSpPr>
          <p:cNvPr name="TextBox 16" id="16"/>
          <p:cNvSpPr txBox="true"/>
          <p:nvPr/>
        </p:nvSpPr>
        <p:spPr>
          <a:xfrm rot="0">
            <a:off x="3947217" y="2876041"/>
            <a:ext cx="10393566" cy="226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6"/>
              </a:lnSpc>
            </a:pPr>
            <a:r>
              <a:rPr lang="en-US" sz="7566">
                <a:solidFill>
                  <a:srgbClr val="932600"/>
                </a:solidFill>
                <a:latin typeface="Arcade Gamer"/>
                <a:ea typeface="Arcade Gamer"/>
                <a:cs typeface="Arcade Gamer"/>
                <a:sym typeface="Arcade Gamer"/>
              </a:rPr>
              <a:t>THANKS FOR THE ATTENTION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84708" y="5856214"/>
            <a:ext cx="1518584" cy="41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4"/>
              </a:lnSpc>
            </a:pPr>
            <a:r>
              <a:rPr lang="en-US" sz="2224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DAGpf1yk-S8</dc:identifier>
  <dcterms:modified xsi:type="dcterms:W3CDTF">2011-08-01T06:04:30Z</dcterms:modified>
  <cp:revision>1</cp:revision>
  <dc:title>Green and Orange Pixel Art Retro Night Game Presentation </dc:title>
</cp:coreProperties>
</file>